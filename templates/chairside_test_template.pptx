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latin typeface="Calibri"/>
              </a:rPr>
              <a:t>CHAIRSIDE TEMPLATE — Example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200">
                <a:solidFill>
                  <a:srgbClr val="008000"/>
                </a:solidFill>
                <a:latin typeface="Calibri"/>
              </a:rPr>
              <a:t>DO: </a:t>
            </a:r>
            <a:r>
              <a:rPr sz="2200">
                <a:latin typeface="Calibri"/>
              </a:rPr>
              <a:t>Example Do</a:t>
            </a:r>
          </a:p>
          <a:p>
            <a:pPr>
              <a:spcAft>
                <a:spcPts val="800"/>
              </a:spcAft>
            </a:pPr>
            <a:r>
              <a:rPr b="1" sz="2200">
                <a:solidFill>
                  <a:srgbClr val="C00000"/>
                </a:solidFill>
                <a:latin typeface="Calibri"/>
              </a:rPr>
              <a:t>AVOID: </a:t>
            </a:r>
            <a:r>
              <a:rPr sz="2200">
                <a:latin typeface="Calibri"/>
              </a:rPr>
              <a:t>Example Avoid</a:t>
            </a:r>
          </a:p>
          <a:p>
            <a:pPr>
              <a:spcAft>
                <a:spcPts val="800"/>
              </a:spcAft>
            </a:pPr>
            <a:r>
              <a:rPr b="1" sz="2200">
                <a:solidFill>
                  <a:srgbClr val="0066CC"/>
                </a:solidFill>
                <a:latin typeface="Calibri"/>
              </a:rPr>
              <a:t>CHECK: </a:t>
            </a:r>
            <a:r>
              <a:rPr sz="2200">
                <a:latin typeface="Calibri"/>
              </a:rPr>
              <a:t>Example Check</a:t>
            </a:r>
          </a:p>
          <a:p>
            <a:pPr>
              <a:spcAft>
                <a:spcPts val="800"/>
              </a:spcAft>
            </a:pPr>
            <a:r>
              <a:rPr b="1" sz="2200">
                <a:solidFill>
                  <a:srgbClr val="800080"/>
                </a:solidFill>
                <a:latin typeface="Calibri"/>
              </a:rPr>
              <a:t>RESCUE: </a:t>
            </a:r>
            <a:r>
              <a:rPr sz="2200">
                <a:latin typeface="Calibri"/>
              </a:rPr>
              <a:t>Example Rescue</a:t>
            </a:r>
          </a:p>
          <a:p>
            <a:pPr>
              <a:spcAft>
                <a:spcPts val="800"/>
              </a:spcAft>
            </a:pPr>
            <a:r>
              <a:rPr b="1" sz="2200">
                <a:solidFill>
                  <a:srgbClr val="666666"/>
                </a:solidFill>
                <a:latin typeface="Calibri"/>
              </a:rPr>
              <a:t>TIP: </a:t>
            </a:r>
            <a:r>
              <a:rPr sz="2200">
                <a:latin typeface="Calibri"/>
              </a:rPr>
              <a:t>Example 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