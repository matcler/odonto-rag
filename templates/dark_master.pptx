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media/image1.jpeg" ContentType="image/jpeg"/>
  <Override PartName="/ppt/media/image2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3C0FC">
              <a:alpha val="26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136794"/>
              <a:satOff val="-2150"/>
              <a:lumOff val="15693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8EA5CB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3">
              <a:alpha val="35000"/>
            </a:scheme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2D7132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BF630E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1F2428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Shape 11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7" name="Shape 11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Testo"/>
          <p:cNvSpPr txBox="1"/>
          <p:nvPr>
            <p:ph type="title"/>
          </p:nvPr>
        </p:nvSpPr>
        <p:spPr>
          <a:xfrm>
            <a:off x="5019065" y="345862"/>
            <a:ext cx="14716126" cy="1983567"/>
          </a:xfrm>
          <a:prstGeom prst="rect">
            <a:avLst/>
          </a:prstGeom>
        </p:spPr>
        <p:txBody>
          <a:bodyPr lIns="60960" tIns="60960" rIns="60960" bIns="60960"/>
          <a:lstStyle>
            <a:lvl1pPr marL="0" marR="0" algn="ctr" defTabSz="457200">
              <a:lnSpc>
                <a:spcPct val="150000"/>
              </a:lnSpc>
              <a:defRPr cap="all" spc="3100" sz="10000">
                <a:solidFill>
                  <a:schemeClr val="accent1">
                    <a:hueOff val="-136794"/>
                    <a:satOff val="-2150"/>
                    <a:lumOff val="15693"/>
                  </a:schemeClr>
                </a:solidFill>
                <a:uFillTx/>
                <a:latin typeface="Alien League Gradient Bold"/>
                <a:ea typeface="Alien League Gradient Bold"/>
                <a:cs typeface="Alien League Gradient Bold"/>
                <a:sym typeface="Alien League Gradient Bold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2" name="Corpo livello uno…"/>
          <p:cNvSpPr txBox="1"/>
          <p:nvPr>
            <p:ph type="body" sz="half" idx="1"/>
          </p:nvPr>
        </p:nvSpPr>
        <p:spPr>
          <a:xfrm>
            <a:off x="708228" y="3404274"/>
            <a:ext cx="14716126" cy="8108739"/>
          </a:xfrm>
          <a:prstGeom prst="rect">
            <a:avLst/>
          </a:prstGeom>
        </p:spPr>
        <p:txBody>
          <a:bodyPr lIns="71437" tIns="71437" rIns="71437" bIns="71437">
            <a:normAutofit fontScale="100000" lnSpcReduction="0"/>
          </a:bodyPr>
          <a:lstStyle>
            <a:lvl1pPr marL="0" marR="0" indent="0" defTabSz="457200">
              <a:spcBef>
                <a:spcPts val="0"/>
              </a:spcBef>
              <a:defRPr cap="all" sz="6600">
                <a:uFillTx/>
                <a:latin typeface="Alien League Regular"/>
                <a:ea typeface="Alien League Regular"/>
                <a:cs typeface="Alien League Regular"/>
                <a:sym typeface="Alien League Regular"/>
              </a:defRPr>
            </a:lvl1pPr>
            <a:lvl2pPr marL="0" marR="0" indent="455612" defTabSz="457200">
              <a:lnSpc>
                <a:spcPct val="120000"/>
              </a:lnSpc>
              <a:spcBef>
                <a:spcPts val="0"/>
              </a:spcBef>
              <a:buClr>
                <a:srgbClr val="FFFFFF"/>
              </a:buClr>
              <a:buFont typeface="Wingdings"/>
              <a:defRPr sz="3600">
                <a:uFillTx/>
                <a:latin typeface="Neogrey"/>
                <a:ea typeface="Neogrey"/>
                <a:cs typeface="Neogrey"/>
                <a:sym typeface="Neogrey"/>
              </a:defRPr>
            </a:lvl2pPr>
            <a:lvl3pPr marL="0" marR="0" indent="927100" defTabSz="255389">
              <a:spcBef>
                <a:spcPts val="0"/>
              </a:spcBef>
              <a:defRPr spc="760" sz="4000">
                <a:solidFill>
                  <a:srgbClr val="DCDEE0"/>
                </a:solidFill>
                <a:uFillTx/>
                <a:latin typeface="Bebas Neue"/>
                <a:ea typeface="Bebas Neue"/>
                <a:cs typeface="Bebas Neue"/>
                <a:sym typeface="Bebas Neue"/>
              </a:defRPr>
            </a:lvl3pPr>
            <a:lvl4pPr marL="13417" marR="13417" indent="1028700" defTabSz="152796">
              <a:spcBef>
                <a:spcPts val="0"/>
              </a:spcBef>
              <a:buClr>
                <a:srgbClr val="FFFFFF"/>
              </a:buClr>
              <a:buFont typeface="Calibri"/>
              <a:defRPr spc="138" sz="2300">
                <a:latin typeface="Bebas Neue"/>
                <a:ea typeface="Bebas Neue"/>
                <a:cs typeface="Bebas Neue"/>
                <a:sym typeface="Bebas Neue"/>
              </a:defRPr>
            </a:lvl4pPr>
            <a:lvl5pPr marL="13417" marR="13417" indent="1371600" defTabSz="152796">
              <a:spcBef>
                <a:spcPts val="0"/>
              </a:spcBef>
              <a:buClr>
                <a:srgbClr val="FFFFFF"/>
              </a:buClr>
              <a:buFont typeface="Calibri"/>
              <a:defRPr spc="138" sz="2300">
                <a:latin typeface="Bebas Neue"/>
                <a:ea typeface="Bebas Neue"/>
                <a:cs typeface="Bebas Neue"/>
                <a:sym typeface="Bebas Neue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3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5842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Orizzontal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magine"/>
          <p:cNvSpPr/>
          <p:nvPr>
            <p:ph type="pic" idx="21"/>
          </p:nvPr>
        </p:nvSpPr>
        <p:spPr>
          <a:xfrm>
            <a:off x="2137171" y="696515"/>
            <a:ext cx="17395034" cy="8637944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21" name="Titolo Testo"/>
          <p:cNvSpPr txBox="1"/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lIns="71437" tIns="71437" rIns="71437" bIns="71437">
            <a:normAutofit fontScale="100000" lnSpcReduction="0"/>
          </a:bodyPr>
          <a:lstStyle>
            <a:lvl1pPr marL="0" marR="0" algn="ctr" defTabSz="584200">
              <a:defRPr sz="112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22" name="Corpo livello uno…"/>
          <p:cNvSpPr txBox="1"/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lIns="71437" tIns="71437" rIns="71437" bIns="71437">
            <a:normAutofit fontScale="100000" lnSpcReduction="0"/>
          </a:bodyPr>
          <a:lstStyle>
            <a:lvl1pPr marL="0" marR="0" indent="0" algn="ctr" defTabSz="584200">
              <a:spcBef>
                <a:spcPts val="0"/>
              </a:spcBef>
              <a:defRPr sz="4400">
                <a:uFillTx/>
              </a:defRPr>
            </a:lvl1pPr>
            <a:lvl2pPr marL="0" marR="0" indent="228600" algn="ctr" defTabSz="584200">
              <a:spcBef>
                <a:spcPts val="0"/>
              </a:spcBef>
              <a:defRPr sz="4400">
                <a:uFillTx/>
              </a:defRPr>
            </a:lvl2pPr>
            <a:lvl3pPr marL="0" marR="0" indent="457200" algn="ctr" defTabSz="584200">
              <a:spcBef>
                <a:spcPts val="0"/>
              </a:spcBef>
              <a:defRPr sz="4400">
                <a:uFillTx/>
              </a:defRPr>
            </a:lvl3pPr>
            <a:lvl4pPr marL="0" marR="0" indent="685800" algn="ctr" defTabSz="584200">
              <a:spcBef>
                <a:spcPts val="0"/>
              </a:spcBef>
              <a:defRPr sz="4400">
                <a:uFillTx/>
              </a:defRPr>
            </a:lvl4pPr>
            <a:lvl5pPr marL="0" marR="0" indent="914400" algn="ctr" defTabSz="584200">
              <a:spcBef>
                <a:spcPts val="0"/>
              </a:spcBef>
              <a:defRPr sz="44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3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5842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- Centra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olo Testo"/>
          <p:cNvSpPr txBox="1"/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 lIns="71437" tIns="71437" rIns="71437" bIns="71437">
            <a:normAutofit fontScale="100000" lnSpcReduction="0"/>
          </a:bodyPr>
          <a:lstStyle>
            <a:lvl1pPr marL="0" marR="0" algn="ctr" defTabSz="584200">
              <a:defRPr sz="112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31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5842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Vertical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magine"/>
          <p:cNvSpPr/>
          <p:nvPr>
            <p:ph type="pic" idx="21"/>
          </p:nvPr>
        </p:nvSpPr>
        <p:spPr>
          <a:xfrm>
            <a:off x="6504062" y="-194764"/>
            <a:ext cx="18990885" cy="12660590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39" name="Titolo Testo"/>
          <p:cNvSpPr txBox="1"/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lIns="71437" tIns="71437" rIns="71437" bIns="71437" anchor="b">
            <a:normAutofit fontScale="100000" lnSpcReduction="0"/>
          </a:bodyPr>
          <a:lstStyle>
            <a:lvl1pPr marL="0" marR="0" algn="ctr" defTabSz="584200">
              <a:defRPr sz="84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40" name="Corpo livello uno…"/>
          <p:cNvSpPr txBox="1"/>
          <p:nvPr>
            <p:ph type="body" sz="quarter" idx="1"/>
          </p:nvPr>
        </p:nvSpPr>
        <p:spPr>
          <a:xfrm>
            <a:off x="4387453" y="6697265"/>
            <a:ext cx="7500938" cy="5786439"/>
          </a:xfrm>
          <a:prstGeom prst="rect">
            <a:avLst/>
          </a:prstGeom>
        </p:spPr>
        <p:txBody>
          <a:bodyPr lIns="71437" tIns="71437" rIns="71437" bIns="71437">
            <a:normAutofit fontScale="100000" lnSpcReduction="0"/>
          </a:bodyPr>
          <a:lstStyle>
            <a:lvl1pPr marL="0" marR="0" indent="0" algn="ctr" defTabSz="584200">
              <a:spcBef>
                <a:spcPts val="0"/>
              </a:spcBef>
              <a:defRPr sz="4400">
                <a:uFillTx/>
              </a:defRPr>
            </a:lvl1pPr>
            <a:lvl2pPr marL="0" marR="0" indent="228600" algn="ctr" defTabSz="584200">
              <a:spcBef>
                <a:spcPts val="0"/>
              </a:spcBef>
              <a:defRPr sz="4400">
                <a:uFillTx/>
              </a:defRPr>
            </a:lvl2pPr>
            <a:lvl3pPr marL="0" marR="0" indent="457200" algn="ctr" defTabSz="584200">
              <a:spcBef>
                <a:spcPts val="0"/>
              </a:spcBef>
              <a:defRPr sz="4400">
                <a:uFillTx/>
              </a:defRPr>
            </a:lvl3pPr>
            <a:lvl4pPr marL="0" marR="0" indent="685800" algn="ctr" defTabSz="584200">
              <a:spcBef>
                <a:spcPts val="0"/>
              </a:spcBef>
              <a:defRPr sz="4400">
                <a:uFillTx/>
              </a:defRPr>
            </a:lvl4pPr>
            <a:lvl5pPr marL="0" marR="0" indent="914400" algn="ctr" defTabSz="584200">
              <a:spcBef>
                <a:spcPts val="0"/>
              </a:spcBef>
              <a:defRPr sz="44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1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5842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- In al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olo Testo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>
            <a:normAutofit fontScale="100000" lnSpcReduction="0"/>
          </a:bodyPr>
          <a:lstStyle>
            <a:lvl1pPr marL="0" marR="0" algn="ctr" defTabSz="584200">
              <a:defRPr sz="112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49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5842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olo Testo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>
            <a:normAutofit fontScale="100000" lnSpcReduction="0"/>
          </a:bodyPr>
          <a:lstStyle>
            <a:lvl1pPr marL="0" marR="0" algn="ctr" defTabSz="584200">
              <a:defRPr sz="112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57" name="Corpo livello uno…"/>
          <p:cNvSpPr txBox="1"/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</p:spPr>
        <p:txBody>
          <a:bodyPr lIns="71437" tIns="71437" rIns="71437" bIns="71437" anchor="ctr">
            <a:normAutofit fontScale="100000" lnSpcReduction="0"/>
          </a:bodyPr>
          <a:lstStyle>
            <a:lvl1pPr marL="608263" marR="0" indent="-608263" defTabSz="584200">
              <a:spcBef>
                <a:spcPts val="4200"/>
              </a:spcBef>
              <a:buSzPct val="75000"/>
              <a:buChar char="•"/>
              <a:defRPr sz="5200">
                <a:uFillTx/>
              </a:defRPr>
            </a:lvl1pPr>
            <a:lvl2pPr marL="1052763" marR="0" indent="-608263" defTabSz="584200">
              <a:spcBef>
                <a:spcPts val="4200"/>
              </a:spcBef>
              <a:buSzPct val="75000"/>
              <a:buChar char="•"/>
              <a:defRPr sz="5200">
                <a:uFillTx/>
              </a:defRPr>
            </a:lvl2pPr>
            <a:lvl3pPr marL="1497263" marR="0" indent="-608263" defTabSz="584200">
              <a:spcBef>
                <a:spcPts val="4200"/>
              </a:spcBef>
              <a:buSzPct val="75000"/>
              <a:buChar char="•"/>
              <a:defRPr sz="5200">
                <a:uFillTx/>
              </a:defRPr>
            </a:lvl3pPr>
            <a:lvl4pPr marL="1941763" marR="0" indent="-608263" defTabSz="584200">
              <a:spcBef>
                <a:spcPts val="4200"/>
              </a:spcBef>
              <a:buSzPct val="75000"/>
              <a:buChar char="•"/>
              <a:defRPr sz="5200">
                <a:uFillTx/>
              </a:defRPr>
            </a:lvl4pPr>
            <a:lvl5pPr marL="2386263" marR="0" indent="-608263" defTabSz="584200">
              <a:spcBef>
                <a:spcPts val="4200"/>
              </a:spcBef>
              <a:buSzPct val="75000"/>
              <a:buChar char="•"/>
              <a:defRPr sz="52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8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5842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, punti elenco e f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magine"/>
          <p:cNvSpPr/>
          <p:nvPr>
            <p:ph type="pic" idx="21"/>
          </p:nvPr>
        </p:nvSpPr>
        <p:spPr>
          <a:xfrm>
            <a:off x="9338964" y="2857500"/>
            <a:ext cx="14466095" cy="9644063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66" name="Titolo Testo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>
            <a:normAutofit fontScale="100000" lnSpcReduction="0"/>
          </a:bodyPr>
          <a:lstStyle>
            <a:lvl1pPr marL="0" marR="0" algn="ctr" defTabSz="584200">
              <a:defRPr sz="112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67" name="Corpo livello uno…"/>
          <p:cNvSpPr txBox="1"/>
          <p:nvPr>
            <p:ph type="body" sz="quarter" idx="1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</p:spPr>
        <p:txBody>
          <a:bodyPr lIns="71437" tIns="71437" rIns="71437" bIns="71437" anchor="ctr">
            <a:normAutofit fontScale="100000" lnSpcReduction="0"/>
          </a:bodyPr>
          <a:lstStyle>
            <a:lvl1pPr marL="465364" marR="0" indent="-465364" defTabSz="584200">
              <a:spcBef>
                <a:spcPts val="3200"/>
              </a:spcBef>
              <a:buSzPct val="75000"/>
              <a:buChar char="•"/>
              <a:defRPr sz="3800">
                <a:uFillTx/>
              </a:defRPr>
            </a:lvl1pPr>
            <a:lvl2pPr marL="808264" marR="0" indent="-465364" defTabSz="584200">
              <a:spcBef>
                <a:spcPts val="3200"/>
              </a:spcBef>
              <a:buSzPct val="75000"/>
              <a:buChar char="•"/>
              <a:defRPr sz="3800">
                <a:uFillTx/>
              </a:defRPr>
            </a:lvl2pPr>
            <a:lvl3pPr marL="1354364" marR="0" indent="-465364" defTabSz="584200">
              <a:spcBef>
                <a:spcPts val="3200"/>
              </a:spcBef>
              <a:buSzPct val="75000"/>
              <a:buChar char="•"/>
              <a:defRPr sz="3800">
                <a:uFillTx/>
              </a:defRPr>
            </a:lvl3pPr>
            <a:lvl4pPr marL="1798864" marR="0" indent="-465364" defTabSz="584200">
              <a:spcBef>
                <a:spcPts val="3200"/>
              </a:spcBef>
              <a:buSzPct val="75000"/>
              <a:buChar char="•"/>
              <a:defRPr sz="3800">
                <a:uFillTx/>
              </a:defRPr>
            </a:lvl4pPr>
            <a:lvl5pPr marL="2243364" marR="0" indent="-465364" defTabSz="584200">
              <a:spcBef>
                <a:spcPts val="3200"/>
              </a:spcBef>
              <a:buSzPct val="75000"/>
              <a:buChar char="•"/>
              <a:defRPr sz="38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8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5842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orpo livello uno…"/>
          <p:cNvSpPr txBox="1"/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 lIns="71437" tIns="71437" rIns="71437" bIns="71437" anchor="ctr">
            <a:normAutofit fontScale="100000" lnSpcReduction="0"/>
          </a:bodyPr>
          <a:lstStyle>
            <a:lvl1pPr marL="608263" marR="0" indent="-608263" defTabSz="584200">
              <a:spcBef>
                <a:spcPts val="4200"/>
              </a:spcBef>
              <a:buSzPct val="75000"/>
              <a:buChar char="•"/>
              <a:defRPr sz="5200">
                <a:uFillTx/>
              </a:defRPr>
            </a:lvl1pPr>
            <a:lvl2pPr marL="1052763" marR="0" indent="-608263" defTabSz="584200">
              <a:spcBef>
                <a:spcPts val="4200"/>
              </a:spcBef>
              <a:buSzPct val="75000"/>
              <a:buChar char="•"/>
              <a:defRPr sz="5200">
                <a:uFillTx/>
              </a:defRPr>
            </a:lvl2pPr>
            <a:lvl3pPr marL="1497263" marR="0" indent="-608263" defTabSz="584200">
              <a:spcBef>
                <a:spcPts val="4200"/>
              </a:spcBef>
              <a:buSzPct val="75000"/>
              <a:buChar char="•"/>
              <a:defRPr sz="5200">
                <a:uFillTx/>
              </a:defRPr>
            </a:lvl3pPr>
            <a:lvl4pPr marL="1941763" marR="0" indent="-608263" defTabSz="584200">
              <a:spcBef>
                <a:spcPts val="4200"/>
              </a:spcBef>
              <a:buSzPct val="75000"/>
              <a:buChar char="•"/>
              <a:defRPr sz="5200">
                <a:uFillTx/>
              </a:defRPr>
            </a:lvl4pPr>
            <a:lvl5pPr marL="2386263" marR="0" indent="-608263" defTabSz="584200">
              <a:spcBef>
                <a:spcPts val="4200"/>
              </a:spcBef>
              <a:buSzPct val="75000"/>
              <a:buChar char="•"/>
              <a:defRPr sz="52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6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5842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per pagin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magine"/>
          <p:cNvSpPr/>
          <p:nvPr>
            <p:ph type="pic" sz="quarter" idx="21"/>
          </p:nvPr>
        </p:nvSpPr>
        <p:spPr>
          <a:xfrm>
            <a:off x="12084843" y="6983015"/>
            <a:ext cx="8277822" cy="5518548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84" name="Immagine"/>
          <p:cNvSpPr/>
          <p:nvPr>
            <p:ph type="pic" sz="quarter" idx="22"/>
          </p:nvPr>
        </p:nvSpPr>
        <p:spPr>
          <a:xfrm>
            <a:off x="12522398" y="898922"/>
            <a:ext cx="8268892" cy="5512594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85" name="Immagine"/>
          <p:cNvSpPr/>
          <p:nvPr>
            <p:ph type="pic" idx="23"/>
          </p:nvPr>
        </p:nvSpPr>
        <p:spPr>
          <a:xfrm>
            <a:off x="-1733848" y="-178594"/>
            <a:ext cx="19020235" cy="12680157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86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5842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zion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Giovanni Mela"/>
          <p:cNvSpPr/>
          <p:nvPr>
            <p:ph type="body" sz="quarter" idx="21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lIns="71437" tIns="71437" rIns="71437" bIns="71437">
            <a:spAutoFit/>
          </a:bodyPr>
          <a:lstStyle>
            <a:lvl1pPr marL="0" marR="0" indent="0" algn="ctr" defTabSz="584200">
              <a:spcBef>
                <a:spcPts val="0"/>
              </a:spcBef>
              <a:defRPr i="1" sz="3200">
                <a:uFillTx/>
              </a:defRPr>
            </a:lvl1pPr>
          </a:lstStyle>
          <a:p>
            <a:pPr/>
            <a:r>
              <a:t>–Giovanni Mela</a:t>
            </a:r>
          </a:p>
        </p:txBody>
      </p:sp>
      <p:sp>
        <p:nvSpPr>
          <p:cNvPr id="94" name="“Inserisci qui una citazione”."/>
          <p:cNvSpPr/>
          <p:nvPr>
            <p:ph type="body" sz="quarter" idx="22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 lIns="71437" tIns="71437" rIns="71437" bIns="71437" anchor="ctr">
            <a:spAutoFit/>
          </a:bodyPr>
          <a:lstStyle>
            <a:lvl1pPr marL="0" marR="0" indent="0" algn="ctr" defTabSz="584200">
              <a:spcBef>
                <a:spcPts val="0"/>
              </a:spcBef>
              <a:defRPr sz="5200">
                <a:uFillTx/>
              </a:defRPr>
            </a:lvl1pPr>
          </a:lstStyle>
          <a:p>
            <a:pPr/>
            <a:r>
              <a:t>“Inserisci qui una citazione”. </a:t>
            </a:r>
          </a:p>
        </p:txBody>
      </p:sp>
      <p:sp>
        <p:nvSpPr>
          <p:cNvPr id="95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5842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magine"/>
          <p:cNvSpPr/>
          <p:nvPr>
            <p:ph type="pic" idx="21"/>
          </p:nvPr>
        </p:nvSpPr>
        <p:spPr>
          <a:xfrm>
            <a:off x="1736277" y="-17860"/>
            <a:ext cx="23275936" cy="1551729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3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5842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u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5842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olo Testo"/>
          <p:cNvSpPr txBox="1"/>
          <p:nvPr>
            <p:ph type="title"/>
          </p:nvPr>
        </p:nvSpPr>
        <p:spPr>
          <a:xfrm>
            <a:off x="4786488" y="1453664"/>
            <a:ext cx="14826076" cy="2442494"/>
          </a:xfrm>
          <a:prstGeom prst="rect">
            <a:avLst/>
          </a:prstGeom>
        </p:spPr>
        <p:txBody>
          <a:bodyPr lIns="90311" tIns="90311" rIns="90311" bIns="90311"/>
          <a:lstStyle>
            <a:lvl1pPr marL="55534" marR="55534" algn="ctr" defTabSz="1282700">
              <a:defRPr sz="5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18" name="Corpo livello uno…"/>
          <p:cNvSpPr txBox="1"/>
          <p:nvPr>
            <p:ph type="body" sz="half" idx="1"/>
          </p:nvPr>
        </p:nvSpPr>
        <p:spPr>
          <a:xfrm>
            <a:off x="4786488" y="3885259"/>
            <a:ext cx="14826076" cy="8534401"/>
          </a:xfrm>
          <a:prstGeom prst="rect">
            <a:avLst/>
          </a:prstGeom>
        </p:spPr>
        <p:txBody>
          <a:bodyPr lIns="90311" tIns="90311" rIns="90311" bIns="90311"/>
          <a:lstStyle>
            <a:lvl1pPr marL="583501" marR="55534" indent="-528637" defTabSz="1282700">
              <a:spcBef>
                <a:spcPts val="1000"/>
              </a:spcBef>
              <a:buSzPct val="100000"/>
              <a:buChar char="•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103883" marR="55534" indent="-431800" defTabSz="1282700">
              <a:spcBef>
                <a:spcPts val="800"/>
              </a:spcBef>
              <a:buSzPct val="100000"/>
              <a:buChar char="–"/>
              <a:defRPr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638553" marR="55534" indent="-349249" defTabSz="1282700">
              <a:spcBef>
                <a:spcPts val="700"/>
              </a:spcBef>
              <a:buSzPct val="100000"/>
              <a:buChar char="•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263711" marR="55534" indent="-357187" defTabSz="1282700">
              <a:spcBef>
                <a:spcPts val="600"/>
              </a:spcBef>
              <a:buSzPct val="100000"/>
              <a:buChar char="–"/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880931" marR="55534" indent="-357187" defTabSz="1282700">
              <a:spcBef>
                <a:spcPts val="600"/>
              </a:spcBef>
              <a:buSzPct val="100000"/>
              <a:buChar char="»"/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19" name="Numero diapositiva"/>
          <p:cNvSpPr txBox="1"/>
          <p:nvPr>
            <p:ph type="sldNum" sz="quarter" idx="2"/>
          </p:nvPr>
        </p:nvSpPr>
        <p:spPr>
          <a:xfrm>
            <a:off x="17459025" y="11419033"/>
            <a:ext cx="419343" cy="402575"/>
          </a:xfrm>
          <a:prstGeom prst="rect">
            <a:avLst/>
          </a:prstGeom>
        </p:spPr>
        <p:txBody>
          <a:bodyPr lIns="90311" tIns="90311" rIns="90311" bIns="90311"/>
          <a:lstStyle>
            <a:lvl1pPr defTabSz="609600"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olo Testo"/>
          <p:cNvSpPr txBox="1"/>
          <p:nvPr>
            <p:ph type="title"/>
          </p:nvPr>
        </p:nvSpPr>
        <p:spPr>
          <a:xfrm>
            <a:off x="2378192" y="2319866"/>
            <a:ext cx="19627615" cy="4651023"/>
          </a:xfrm>
          <a:prstGeom prst="rect">
            <a:avLst/>
          </a:prstGeom>
        </p:spPr>
        <p:txBody>
          <a:bodyPr anchor="b"/>
          <a:lstStyle>
            <a:lvl1pPr marL="0" marR="0" algn="ctr" defTabSz="711200">
              <a:defRPr sz="11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27" name="Corpo livello uno…"/>
          <p:cNvSpPr txBox="1"/>
          <p:nvPr>
            <p:ph type="body" sz="quarter" idx="1"/>
          </p:nvPr>
        </p:nvSpPr>
        <p:spPr>
          <a:xfrm>
            <a:off x="2378192" y="7061200"/>
            <a:ext cx="19627615" cy="1595497"/>
          </a:xfrm>
          <a:prstGeom prst="rect">
            <a:avLst/>
          </a:prstGeom>
        </p:spPr>
        <p:txBody>
          <a:bodyPr/>
          <a:lstStyle>
            <a:lvl1pPr marL="0" marR="0" indent="0" algn="ctr" defTabSz="711200">
              <a:spcBef>
                <a:spcPts val="0"/>
              </a:spcBef>
              <a:defRPr sz="40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711200">
              <a:spcBef>
                <a:spcPts val="0"/>
              </a:spcBef>
              <a:defRPr sz="40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711200">
              <a:spcBef>
                <a:spcPts val="0"/>
              </a:spcBef>
              <a:defRPr sz="40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711200">
              <a:spcBef>
                <a:spcPts val="0"/>
              </a:spcBef>
              <a:defRPr sz="40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711200">
              <a:spcBef>
                <a:spcPts val="0"/>
              </a:spcBef>
              <a:defRPr sz="40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28" name="Numero diapositiva"/>
          <p:cNvSpPr txBox="1"/>
          <p:nvPr>
            <p:ph type="sldNum" sz="quarter" idx="2"/>
          </p:nvPr>
        </p:nvSpPr>
        <p:spPr>
          <a:xfrm>
            <a:off x="11990916" y="13112044"/>
            <a:ext cx="361716" cy="387116"/>
          </a:xfrm>
          <a:prstGeom prst="rect">
            <a:avLst/>
          </a:prstGeom>
        </p:spPr>
        <p:txBody>
          <a:bodyPr/>
          <a:lstStyle>
            <a:lvl1pPr defTabSz="7112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olo Testo"/>
          <p:cNvSpPr txBox="1"/>
          <p:nvPr>
            <p:ph type="title"/>
          </p:nvPr>
        </p:nvSpPr>
        <p:spPr>
          <a:xfrm>
            <a:off x="2378192" y="2319866"/>
            <a:ext cx="19627615" cy="4651023"/>
          </a:xfrm>
          <a:prstGeom prst="rect">
            <a:avLst/>
          </a:prstGeom>
        </p:spPr>
        <p:txBody>
          <a:bodyPr anchor="b"/>
          <a:lstStyle>
            <a:lvl1pPr marL="0" marR="0" algn="ctr" defTabSz="711200">
              <a:defRPr sz="112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36" name="Corpo livello uno…"/>
          <p:cNvSpPr txBox="1"/>
          <p:nvPr>
            <p:ph type="body" sz="quarter" idx="1"/>
          </p:nvPr>
        </p:nvSpPr>
        <p:spPr>
          <a:xfrm>
            <a:off x="2378192" y="7061200"/>
            <a:ext cx="19627615" cy="1595497"/>
          </a:xfrm>
          <a:prstGeom prst="rect">
            <a:avLst/>
          </a:prstGeom>
        </p:spPr>
        <p:txBody>
          <a:bodyPr/>
          <a:lstStyle>
            <a:lvl1pPr marL="0" marR="0" indent="0" algn="ctr" defTabSz="711200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711200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711200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711200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711200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37" name="Numero diapositiva"/>
          <p:cNvSpPr txBox="1"/>
          <p:nvPr>
            <p:ph type="sldNum" sz="quarter" idx="2"/>
          </p:nvPr>
        </p:nvSpPr>
        <p:spPr>
          <a:xfrm>
            <a:off x="11981744" y="13112044"/>
            <a:ext cx="387116" cy="412516"/>
          </a:xfrm>
          <a:prstGeom prst="rect">
            <a:avLst/>
          </a:prstGeom>
        </p:spPr>
        <p:txBody>
          <a:bodyPr/>
          <a:lstStyle>
            <a:lvl1pPr defTabSz="711200">
              <a:defRPr sz="2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olo Testo"/>
          <p:cNvSpPr txBox="1"/>
          <p:nvPr>
            <p:ph type="title"/>
          </p:nvPr>
        </p:nvSpPr>
        <p:spPr>
          <a:xfrm>
            <a:off x="1746014" y="2289762"/>
            <a:ext cx="20907024" cy="4620920"/>
          </a:xfrm>
          <a:prstGeom prst="rect">
            <a:avLst/>
          </a:prstGeom>
        </p:spPr>
        <p:txBody>
          <a:bodyPr anchor="b"/>
          <a:lstStyle>
            <a:lvl1pPr marL="0" marR="0" algn="ctr" defTabSz="711200">
              <a:defRPr sz="112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45" name="Corpo livello uno…"/>
          <p:cNvSpPr txBox="1"/>
          <p:nvPr>
            <p:ph type="body" sz="quarter" idx="1"/>
          </p:nvPr>
        </p:nvSpPr>
        <p:spPr>
          <a:xfrm>
            <a:off x="1746014" y="7046148"/>
            <a:ext cx="20907024" cy="1580445"/>
          </a:xfrm>
          <a:prstGeom prst="rect">
            <a:avLst/>
          </a:prstGeom>
        </p:spPr>
        <p:txBody>
          <a:bodyPr/>
          <a:lstStyle>
            <a:lvl1pPr marL="0" marR="0" indent="0" algn="ctr" defTabSz="711200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711200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711200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711200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711200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46" name="Numero diapositiva"/>
          <p:cNvSpPr txBox="1"/>
          <p:nvPr>
            <p:ph type="sldNum" sz="quarter" idx="2"/>
          </p:nvPr>
        </p:nvSpPr>
        <p:spPr>
          <a:xfrm>
            <a:off x="11982685" y="13096992"/>
            <a:ext cx="387116" cy="412516"/>
          </a:xfrm>
          <a:prstGeom prst="rect">
            <a:avLst/>
          </a:prstGeom>
        </p:spPr>
        <p:txBody>
          <a:bodyPr/>
          <a:lstStyle>
            <a:lvl1pPr defTabSz="711200">
              <a:defRPr sz="2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olo Testo"/>
          <p:cNvSpPr txBox="1"/>
          <p:nvPr>
            <p:ph type="title"/>
          </p:nvPr>
        </p:nvSpPr>
        <p:spPr>
          <a:xfrm>
            <a:off x="1746014" y="2289762"/>
            <a:ext cx="20907024" cy="4620920"/>
          </a:xfrm>
          <a:prstGeom prst="rect">
            <a:avLst/>
          </a:prstGeom>
        </p:spPr>
        <p:txBody>
          <a:bodyPr anchor="b"/>
          <a:lstStyle>
            <a:lvl1pPr marL="0" marR="0" algn="ctr" defTabSz="711200">
              <a:defRPr sz="112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54" name="Corpo livello uno…"/>
          <p:cNvSpPr txBox="1"/>
          <p:nvPr>
            <p:ph type="body" sz="quarter" idx="1"/>
          </p:nvPr>
        </p:nvSpPr>
        <p:spPr>
          <a:xfrm>
            <a:off x="1746014" y="7046148"/>
            <a:ext cx="20907024" cy="1580445"/>
          </a:xfrm>
          <a:prstGeom prst="rect">
            <a:avLst/>
          </a:prstGeom>
        </p:spPr>
        <p:txBody>
          <a:bodyPr/>
          <a:lstStyle>
            <a:lvl1pPr marL="0" marR="0" indent="0" algn="ctr" defTabSz="711200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711200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711200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711200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711200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55" name="Numero diapositiva"/>
          <p:cNvSpPr txBox="1"/>
          <p:nvPr>
            <p:ph type="sldNum" sz="quarter" idx="2"/>
          </p:nvPr>
        </p:nvSpPr>
        <p:spPr>
          <a:xfrm>
            <a:off x="11982685" y="13021733"/>
            <a:ext cx="387116" cy="412516"/>
          </a:xfrm>
          <a:prstGeom prst="rect">
            <a:avLst/>
          </a:prstGeom>
        </p:spPr>
        <p:txBody>
          <a:bodyPr/>
          <a:lstStyle>
            <a:lvl1pPr defTabSz="711200">
              <a:defRPr sz="2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olo Testo"/>
          <p:cNvSpPr txBox="1"/>
          <p:nvPr>
            <p:ph type="title"/>
          </p:nvPr>
        </p:nvSpPr>
        <p:spPr>
          <a:xfrm>
            <a:off x="2393244" y="363125"/>
            <a:ext cx="19627615" cy="3431824"/>
          </a:xfrm>
          <a:prstGeom prst="rect">
            <a:avLst/>
          </a:prstGeom>
        </p:spPr>
        <p:txBody>
          <a:bodyPr/>
          <a:lstStyle>
            <a:lvl1pPr marL="0" marR="0" algn="ctr" defTabSz="711200">
              <a:defRPr sz="10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63" name="Corpo livello uno…"/>
          <p:cNvSpPr txBox="1"/>
          <p:nvPr>
            <p:ph type="body" idx="1"/>
          </p:nvPr>
        </p:nvSpPr>
        <p:spPr>
          <a:xfrm>
            <a:off x="2393244" y="3915362"/>
            <a:ext cx="19627615" cy="8052742"/>
          </a:xfrm>
          <a:prstGeom prst="rect">
            <a:avLst/>
          </a:prstGeom>
        </p:spPr>
        <p:txBody>
          <a:bodyPr anchor="ctr"/>
          <a:lstStyle>
            <a:lvl1pPr marL="970642" marR="0" indent="-653142" defTabSz="711200">
              <a:spcBef>
                <a:spcPts val="28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415142" marR="0" indent="-653142" defTabSz="711200">
              <a:spcBef>
                <a:spcPts val="28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859642" marR="0" indent="-653142" defTabSz="711200">
              <a:spcBef>
                <a:spcPts val="28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304142" marR="0" indent="-653142" defTabSz="711200">
              <a:spcBef>
                <a:spcPts val="28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748642" marR="0" indent="-653142" defTabSz="711200">
              <a:spcBef>
                <a:spcPts val="28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64" name="Numero diapositiva"/>
          <p:cNvSpPr txBox="1"/>
          <p:nvPr>
            <p:ph type="sldNum" sz="quarter" idx="2"/>
          </p:nvPr>
        </p:nvSpPr>
        <p:spPr>
          <a:xfrm>
            <a:off x="12009731" y="13112044"/>
            <a:ext cx="361716" cy="387116"/>
          </a:xfrm>
          <a:prstGeom prst="rect">
            <a:avLst/>
          </a:prstGeom>
        </p:spPr>
        <p:txBody>
          <a:bodyPr/>
          <a:lstStyle>
            <a:lvl1pPr defTabSz="7112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cop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olo Tes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Titolo Testo</a:t>
            </a:r>
          </a:p>
        </p:txBody>
      </p:sp>
      <p:sp>
        <p:nvSpPr>
          <p:cNvPr id="172" name="Corpo livello un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73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olo Testo"/>
          <p:cNvSpPr txBox="1"/>
          <p:nvPr>
            <p:ph type="title"/>
          </p:nvPr>
        </p:nvSpPr>
        <p:spPr>
          <a:xfrm>
            <a:off x="1746014" y="2304814"/>
            <a:ext cx="20907024" cy="4635972"/>
          </a:xfrm>
          <a:prstGeom prst="rect">
            <a:avLst/>
          </a:prstGeom>
        </p:spPr>
        <p:txBody>
          <a:bodyPr anchor="b"/>
          <a:lstStyle>
            <a:lvl1pPr marL="0" marR="0" algn="ctr" defTabSz="698500">
              <a:defRPr sz="112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81" name="Corpo livello uno…"/>
          <p:cNvSpPr txBox="1"/>
          <p:nvPr>
            <p:ph type="body" sz="quarter" idx="1"/>
          </p:nvPr>
        </p:nvSpPr>
        <p:spPr>
          <a:xfrm>
            <a:off x="1746014" y="7061200"/>
            <a:ext cx="20907024" cy="1580445"/>
          </a:xfrm>
          <a:prstGeom prst="rect">
            <a:avLst/>
          </a:prstGeom>
        </p:spPr>
        <p:txBody>
          <a:bodyPr/>
          <a:lstStyle>
            <a:lvl1pPr marL="0" marR="0" indent="0" algn="ctr" defTabSz="698500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698500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698500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698500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698500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82" name="Numero diapositiva"/>
          <p:cNvSpPr txBox="1"/>
          <p:nvPr>
            <p:ph type="sldNum" sz="quarter" idx="2"/>
          </p:nvPr>
        </p:nvSpPr>
        <p:spPr>
          <a:xfrm>
            <a:off x="11974218" y="13081941"/>
            <a:ext cx="412516" cy="437915"/>
          </a:xfrm>
          <a:prstGeom prst="rect">
            <a:avLst/>
          </a:prstGeom>
        </p:spPr>
        <p:txBody>
          <a:bodyPr/>
          <a:lstStyle>
            <a:lvl1pPr defTabSz="698500">
              <a:defRPr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itolo Testo"/>
          <p:cNvSpPr txBox="1"/>
          <p:nvPr>
            <p:ph type="title"/>
          </p:nvPr>
        </p:nvSpPr>
        <p:spPr>
          <a:xfrm>
            <a:off x="1746014" y="2304814"/>
            <a:ext cx="20907024" cy="4635972"/>
          </a:xfrm>
          <a:prstGeom prst="rect">
            <a:avLst/>
          </a:prstGeom>
        </p:spPr>
        <p:txBody>
          <a:bodyPr anchor="b"/>
          <a:lstStyle>
            <a:lvl1pPr marL="0" marR="0" algn="ctr" defTabSz="698500">
              <a:defRPr sz="112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90" name="Corpo livello uno…"/>
          <p:cNvSpPr txBox="1"/>
          <p:nvPr>
            <p:ph type="body" sz="quarter" idx="1"/>
          </p:nvPr>
        </p:nvSpPr>
        <p:spPr>
          <a:xfrm>
            <a:off x="1746014" y="7061200"/>
            <a:ext cx="20907024" cy="1580445"/>
          </a:xfrm>
          <a:prstGeom prst="rect">
            <a:avLst/>
          </a:prstGeom>
        </p:spPr>
        <p:txBody>
          <a:bodyPr/>
          <a:lstStyle>
            <a:lvl1pPr marL="0" marR="0" indent="0" algn="ctr" defTabSz="698500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698500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698500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698500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698500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91" name="Numero diapositiva"/>
          <p:cNvSpPr txBox="1"/>
          <p:nvPr>
            <p:ph type="sldNum" sz="quarter" idx="2"/>
          </p:nvPr>
        </p:nvSpPr>
        <p:spPr>
          <a:xfrm>
            <a:off x="11974218" y="13081941"/>
            <a:ext cx="412516" cy="437915"/>
          </a:xfrm>
          <a:prstGeom prst="rect">
            <a:avLst/>
          </a:prstGeom>
        </p:spPr>
        <p:txBody>
          <a:bodyPr/>
          <a:lstStyle>
            <a:lvl1pPr defTabSz="698500">
              <a:defRPr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FONDO OK copia 2">
    <p:bg>
      <p:bgPr>
        <a:gradFill flip="none" rotWithShape="1">
          <a:gsLst>
            <a:gs pos="0">
              <a:srgbClr val="0A0746"/>
            </a:gs>
            <a:gs pos="100000">
              <a:srgbClr val="020115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Numero diapositiva"/>
          <p:cNvSpPr txBox="1"/>
          <p:nvPr>
            <p:ph type="sldNum" sz="quarter" idx="2"/>
          </p:nvPr>
        </p:nvSpPr>
        <p:spPr>
          <a:xfrm>
            <a:off x="18726487" y="12488905"/>
            <a:ext cx="477700" cy="469949"/>
          </a:xfrm>
          <a:prstGeom prst="rect">
            <a:avLst/>
          </a:prstGeom>
        </p:spPr>
        <p:txBody>
          <a:bodyPr lIns="105362" tIns="105362" rIns="105362" bIns="105362"/>
          <a:lstStyle>
            <a:lvl1pPr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itolo Testo"/>
          <p:cNvSpPr txBox="1"/>
          <p:nvPr>
            <p:ph type="title"/>
          </p:nvPr>
        </p:nvSpPr>
        <p:spPr>
          <a:xfrm>
            <a:off x="4775200" y="3654552"/>
            <a:ext cx="14808200" cy="1447801"/>
          </a:xfrm>
          <a:prstGeom prst="rect">
            <a:avLst/>
          </a:prstGeom>
        </p:spPr>
        <p:txBody>
          <a:bodyPr lIns="76200" tIns="76200" rIns="76200" bIns="76200"/>
          <a:lstStyle>
            <a:lvl1pPr marL="39014" marR="39014" algn="ctr" defTabSz="889000">
              <a:defRPr sz="5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206" name="Corpo livello uno…"/>
          <p:cNvSpPr txBox="1"/>
          <p:nvPr>
            <p:ph type="body" sz="half" idx="1"/>
          </p:nvPr>
        </p:nvSpPr>
        <p:spPr>
          <a:xfrm>
            <a:off x="4775200" y="5092700"/>
            <a:ext cx="14808200" cy="5054600"/>
          </a:xfrm>
          <a:prstGeom prst="rect">
            <a:avLst/>
          </a:prstGeom>
        </p:spPr>
        <p:txBody>
          <a:bodyPr lIns="76200" tIns="76200" rIns="76200" bIns="76200"/>
          <a:lstStyle>
            <a:lvl1pPr marL="813933" marR="39014" indent="-759069" defTabSz="889000">
              <a:spcBef>
                <a:spcPts val="700"/>
              </a:spcBef>
              <a:buSzPct val="100000"/>
              <a:buChar char="•"/>
              <a:defRPr sz="4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295538" marR="39014" indent="-623454" defTabSz="889000">
              <a:spcBef>
                <a:spcPts val="600"/>
              </a:spcBef>
              <a:buSzPct val="100000"/>
              <a:buChar char="–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818470" marR="39014" indent="-529166" defTabSz="889000">
              <a:buSzPct val="100000"/>
              <a:buChar char="•"/>
              <a:defRPr sz="3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405452" marR="39014" indent="-498928" defTabSz="889000">
              <a:spcBef>
                <a:spcPts val="400"/>
              </a:spcBef>
              <a:buSzPct val="100000"/>
              <a:buChar char="–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3022672" marR="39014" indent="-498928" defTabSz="889000">
              <a:spcBef>
                <a:spcPts val="400"/>
              </a:spcBef>
              <a:buSzPct val="100000"/>
              <a:buChar char="»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07" name="Numero diapositiva"/>
          <p:cNvSpPr txBox="1"/>
          <p:nvPr>
            <p:ph type="sldNum" sz="quarter" idx="2"/>
          </p:nvPr>
        </p:nvSpPr>
        <p:spPr>
          <a:xfrm>
            <a:off x="17468715" y="9561576"/>
            <a:ext cx="419373" cy="411623"/>
          </a:xfrm>
          <a:prstGeom prst="rect">
            <a:avLst/>
          </a:prstGeom>
        </p:spPr>
        <p:txBody>
          <a:bodyPr lIns="76200" tIns="76200" rIns="76200" bIns="76200"/>
          <a:lstStyle>
            <a:lvl1pPr defTabSz="431800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itolo Testo"/>
          <p:cNvSpPr txBox="1"/>
          <p:nvPr>
            <p:ph type="title"/>
          </p:nvPr>
        </p:nvSpPr>
        <p:spPr>
          <a:xfrm>
            <a:off x="1174044" y="1881"/>
            <a:ext cx="22626700" cy="4767542"/>
          </a:xfrm>
          <a:prstGeom prst="rect">
            <a:avLst/>
          </a:prstGeom>
        </p:spPr>
        <p:txBody>
          <a:bodyPr/>
          <a:lstStyle>
            <a:lvl1pPr marL="81280" marR="81280" defTabSz="1821773">
              <a:defRPr sz="3600"/>
            </a:lvl1pPr>
          </a:lstStyle>
          <a:p>
            <a:pPr/>
            <a:r>
              <a:t>Titolo Testo</a:t>
            </a:r>
          </a:p>
        </p:txBody>
      </p:sp>
      <p:sp>
        <p:nvSpPr>
          <p:cNvPr id="215" name="Corpo livello uno…"/>
          <p:cNvSpPr txBox="1"/>
          <p:nvPr>
            <p:ph type="body" idx="1"/>
          </p:nvPr>
        </p:nvSpPr>
        <p:spPr>
          <a:xfrm>
            <a:off x="1866429" y="3979065"/>
            <a:ext cx="21945601" cy="9735056"/>
          </a:xfrm>
          <a:prstGeom prst="rect">
            <a:avLst/>
          </a:prstGeom>
        </p:spPr>
        <p:txBody>
          <a:bodyPr/>
          <a:lstStyle>
            <a:lvl1pPr marL="767079" marR="81280" indent="-685799" defTabSz="1821773">
              <a:spcBef>
                <a:spcPts val="600"/>
              </a:spcBef>
              <a:defRPr sz="1600"/>
            </a:lvl1pPr>
            <a:lvl2pPr marL="1567180" marR="81280" indent="-571500" defTabSz="1821773">
              <a:spcBef>
                <a:spcPts val="600"/>
              </a:spcBef>
              <a:defRPr sz="1600"/>
            </a:lvl2pPr>
            <a:lvl3pPr marL="2367279" marR="81280" indent="-457199" defTabSz="1821773">
              <a:spcBef>
                <a:spcPts val="600"/>
              </a:spcBef>
              <a:defRPr sz="1600"/>
            </a:lvl3pPr>
            <a:lvl4pPr marL="3281680" marR="81280" indent="-457200" defTabSz="1821773">
              <a:spcBef>
                <a:spcPts val="600"/>
              </a:spcBef>
              <a:defRPr sz="1600"/>
            </a:lvl4pPr>
            <a:lvl5pPr marL="4196079" marR="81280" indent="-457200" defTabSz="1821773">
              <a:spcBef>
                <a:spcPts val="600"/>
              </a:spcBef>
              <a:defRPr sz="1600"/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16" name="Numero diapositiva"/>
          <p:cNvSpPr txBox="1"/>
          <p:nvPr>
            <p:ph type="sldNum" sz="quarter" idx="2"/>
          </p:nvPr>
        </p:nvSpPr>
        <p:spPr>
          <a:xfrm>
            <a:off x="20140407" y="12488906"/>
            <a:ext cx="359074" cy="361716"/>
          </a:xfrm>
          <a:prstGeom prst="rect">
            <a:avLst/>
          </a:prstGeom>
        </p:spPr>
        <p:txBody>
          <a:bodyPr/>
          <a:lstStyle>
            <a:lvl1pPr defTabSz="918414">
              <a:defRPr sz="16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itolo Testo"/>
          <p:cNvSpPr txBox="1"/>
          <p:nvPr>
            <p:ph type="title"/>
          </p:nvPr>
        </p:nvSpPr>
        <p:spPr>
          <a:xfrm>
            <a:off x="1739900" y="2298700"/>
            <a:ext cx="20904200" cy="4635500"/>
          </a:xfrm>
          <a:prstGeom prst="rect">
            <a:avLst/>
          </a:prstGeom>
        </p:spPr>
        <p:txBody>
          <a:bodyPr lIns="50800" tIns="50800" rIns="50800" bIns="50800" anchor="b"/>
          <a:lstStyle>
            <a:lvl1pPr marL="0" marR="0" algn="ctr" defTabSz="825500">
              <a:defRPr sz="116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224" name="Corpo livello uno…"/>
          <p:cNvSpPr txBox="1"/>
          <p:nvPr>
            <p:ph type="body" sz="quarter" idx="1"/>
          </p:nvPr>
        </p:nvSpPr>
        <p:spPr>
          <a:xfrm>
            <a:off x="1739900" y="7061200"/>
            <a:ext cx="20904200" cy="1587500"/>
          </a:xfrm>
          <a:prstGeom prst="rect">
            <a:avLst/>
          </a:prstGeom>
        </p:spPr>
        <p:txBody>
          <a:bodyPr lIns="50800" tIns="50800" rIns="50800" bIns="50800"/>
          <a:lstStyle>
            <a:lvl1pPr marL="0" marR="0" indent="0" algn="ctr" defTabSz="825500">
              <a:spcBef>
                <a:spcPts val="0"/>
              </a:spcBef>
              <a:defRPr sz="48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825500">
              <a:spcBef>
                <a:spcPts val="0"/>
              </a:spcBef>
              <a:defRPr sz="48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825500">
              <a:spcBef>
                <a:spcPts val="0"/>
              </a:spcBef>
              <a:defRPr sz="48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825500">
              <a:spcBef>
                <a:spcPts val="0"/>
              </a:spcBef>
              <a:defRPr sz="48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825500">
              <a:spcBef>
                <a:spcPts val="0"/>
              </a:spcBef>
              <a:defRPr sz="48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25" name="Numero diapositiva"/>
          <p:cNvSpPr txBox="1"/>
          <p:nvPr>
            <p:ph type="sldNum" sz="quarter" idx="2"/>
          </p:nvPr>
        </p:nvSpPr>
        <p:spPr>
          <a:xfrm>
            <a:off x="11969750" y="13093700"/>
            <a:ext cx="419100" cy="4572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4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u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Numero diapositiva"/>
          <p:cNvSpPr txBox="1"/>
          <p:nvPr>
            <p:ph type="sldNum" sz="quarter" idx="2"/>
          </p:nvPr>
        </p:nvSpPr>
        <p:spPr>
          <a:xfrm>
            <a:off x="11969750" y="13093700"/>
            <a:ext cx="419100" cy="4572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4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itolo Testo"/>
          <p:cNvSpPr txBox="1"/>
          <p:nvPr>
            <p:ph type="title"/>
          </p:nvPr>
        </p:nvSpPr>
        <p:spPr>
          <a:xfrm>
            <a:off x="1748880" y="2291016"/>
            <a:ext cx="20901287" cy="4619651"/>
          </a:xfrm>
          <a:prstGeom prst="rect">
            <a:avLst/>
          </a:prstGeom>
        </p:spPr>
        <p:txBody>
          <a:bodyPr anchor="b"/>
          <a:lstStyle>
            <a:lvl1pPr marL="0" marR="0" algn="ctr" defTabSz="711200">
              <a:defRPr sz="11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240" name="Corpo livello uno…"/>
          <p:cNvSpPr txBox="1"/>
          <p:nvPr>
            <p:ph type="body" sz="quarter" idx="1"/>
          </p:nvPr>
        </p:nvSpPr>
        <p:spPr>
          <a:xfrm>
            <a:off x="1748880" y="7046097"/>
            <a:ext cx="20901287" cy="1580011"/>
          </a:xfrm>
          <a:prstGeom prst="rect">
            <a:avLst/>
          </a:prstGeom>
        </p:spPr>
        <p:txBody>
          <a:bodyPr/>
          <a:lstStyle>
            <a:lvl1pPr marL="0" marR="0" indent="0" algn="ctr" defTabSz="711200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711200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711200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711200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711200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41" name="Numero diapositiva"/>
          <p:cNvSpPr txBox="1"/>
          <p:nvPr>
            <p:ph type="sldNum" sz="quarter" idx="2"/>
          </p:nvPr>
        </p:nvSpPr>
        <p:spPr>
          <a:xfrm>
            <a:off x="11995390" y="13095281"/>
            <a:ext cx="361715" cy="387116"/>
          </a:xfrm>
          <a:prstGeom prst="rect">
            <a:avLst/>
          </a:prstGeom>
        </p:spPr>
        <p:txBody>
          <a:bodyPr/>
          <a:lstStyle>
            <a:lvl1pPr defTabSz="7112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FONDO OK copia 1">
    <p:bg>
      <p:bgPr>
        <a:gradFill flip="none" rotWithShape="1">
          <a:gsLst>
            <a:gs pos="0">
              <a:srgbClr val="0A0746"/>
            </a:gs>
            <a:gs pos="100000">
              <a:srgbClr val="020115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Numero diapositiva"/>
          <p:cNvSpPr txBox="1"/>
          <p:nvPr>
            <p:ph type="sldNum" sz="quarter" idx="2"/>
          </p:nvPr>
        </p:nvSpPr>
        <p:spPr>
          <a:xfrm>
            <a:off x="18740613" y="12488905"/>
            <a:ext cx="449448" cy="432679"/>
          </a:xfrm>
          <a:prstGeom prst="rect">
            <a:avLst/>
          </a:prstGeom>
        </p:spPr>
        <p:txBody>
          <a:bodyPr lIns="105362" tIns="105362" rIns="105362" bIns="105362"/>
          <a:lstStyle>
            <a:lvl1pPr defTabSz="918414"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obel Biocare PP templ rev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itolo Testo"/>
          <p:cNvSpPr txBox="1"/>
          <p:nvPr>
            <p:ph type="title"/>
          </p:nvPr>
        </p:nvSpPr>
        <p:spPr>
          <a:xfrm>
            <a:off x="8454265" y="5378360"/>
            <a:ext cx="7006108" cy="671610"/>
          </a:xfrm>
          <a:prstGeom prst="rect">
            <a:avLst/>
          </a:prstGeom>
        </p:spPr>
        <p:txBody>
          <a:bodyPr lIns="53423" tIns="53423" rIns="53423" bIns="53423" anchor="t"/>
          <a:lstStyle>
            <a:lvl1pPr marL="73151" marR="73151" defTabSz="1645920">
              <a:lnSpc>
                <a:spcPct val="90000"/>
              </a:lnSpc>
              <a:defRPr sz="4600">
                <a:solidFill>
                  <a:srgbClr val="9AB0C1"/>
                </a:solidFill>
                <a:uFill>
                  <a:solidFill>
                    <a:srgbClr val="9AB0C1"/>
                  </a:solidFill>
                </a:uFill>
                <a:latin typeface="Arial Unicode MS"/>
                <a:ea typeface="Arial Unicode MS"/>
                <a:cs typeface="Arial Unicode MS"/>
                <a:sym typeface="Arial Unicode M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256" name="Corpo livello uno…"/>
          <p:cNvSpPr txBox="1"/>
          <p:nvPr>
            <p:ph type="body" sz="quarter" idx="1"/>
          </p:nvPr>
        </p:nvSpPr>
        <p:spPr>
          <a:xfrm>
            <a:off x="8454265" y="6041384"/>
            <a:ext cx="7006108" cy="3907547"/>
          </a:xfrm>
          <a:prstGeom prst="rect">
            <a:avLst/>
          </a:prstGeom>
        </p:spPr>
        <p:txBody>
          <a:bodyPr lIns="53423" tIns="53423" rIns="53423" bIns="53423"/>
          <a:lstStyle>
            <a:lvl1pPr marL="501552" marR="73151" indent="-440592" defTabSz="1645920">
              <a:lnSpc>
                <a:spcPct val="95000"/>
              </a:lnSpc>
              <a:spcBef>
                <a:spcPts val="1700"/>
              </a:spcBef>
              <a:buClr>
                <a:srgbClr val="FF2608"/>
              </a:buClr>
              <a:buSzPct val="110000"/>
              <a:buFont typeface="Symbol"/>
              <a:buChar char="·"/>
              <a:defRPr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Unicode MS"/>
                <a:ea typeface="Arial Unicode MS"/>
                <a:cs typeface="Arial Unicode MS"/>
                <a:sym typeface="Arial Unicode MS"/>
              </a:defRPr>
            </a:lvl1pPr>
            <a:lvl2pPr marL="1010895" marR="73151" indent="-433204" defTabSz="1645920">
              <a:lnSpc>
                <a:spcPct val="95000"/>
              </a:lnSpc>
              <a:spcBef>
                <a:spcPts val="1700"/>
              </a:spcBef>
              <a:buClr>
                <a:srgbClr val="FF2608"/>
              </a:buClr>
              <a:buSzPct val="100000"/>
              <a:buFont typeface="Helvetica"/>
              <a:buChar char="–"/>
              <a:defRPr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Unicode MS"/>
                <a:ea typeface="Arial Unicode MS"/>
                <a:cs typeface="Arial Unicode MS"/>
                <a:sym typeface="Arial Unicode MS"/>
              </a:defRPr>
            </a:lvl2pPr>
            <a:lvl3pPr marL="1734612" marR="73151" indent="-290146" defTabSz="1645920">
              <a:lnSpc>
                <a:spcPct val="95000"/>
              </a:lnSpc>
              <a:spcBef>
                <a:spcPts val="1700"/>
              </a:spcBef>
              <a:buClr>
                <a:srgbClr val="FF2608"/>
              </a:buClr>
              <a:buSzPct val="100000"/>
              <a:buFont typeface="Helvetica"/>
              <a:buChar char="–"/>
              <a:defRPr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Unicode MS"/>
                <a:ea typeface="Arial Unicode MS"/>
                <a:cs typeface="Arial Unicode MS"/>
                <a:sym typeface="Arial Unicode MS"/>
              </a:defRPr>
            </a:lvl3pPr>
            <a:lvl4pPr marL="2408504" marR="73151" indent="-290146" defTabSz="1645920">
              <a:lnSpc>
                <a:spcPct val="95000"/>
              </a:lnSpc>
              <a:spcBef>
                <a:spcPts val="1700"/>
              </a:spcBef>
              <a:buClr>
                <a:srgbClr val="FF2608"/>
              </a:buClr>
              <a:buSzPct val="100000"/>
              <a:buFont typeface="Helvetica"/>
              <a:buChar char="–"/>
              <a:defRPr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Unicode MS"/>
                <a:ea typeface="Arial Unicode MS"/>
                <a:cs typeface="Arial Unicode MS"/>
                <a:sym typeface="Arial Unicode MS"/>
              </a:defRPr>
            </a:lvl4pPr>
            <a:lvl5pPr marL="3094304" marR="73151" indent="-290146" defTabSz="1645920">
              <a:lnSpc>
                <a:spcPct val="95000"/>
              </a:lnSpc>
              <a:spcBef>
                <a:spcPts val="1700"/>
              </a:spcBef>
              <a:buClr>
                <a:srgbClr val="FF2608"/>
              </a:buClr>
              <a:buSzPct val="100000"/>
              <a:buFont typeface="Helvetica"/>
              <a:buChar char="–"/>
              <a:defRPr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Unicode MS"/>
                <a:ea typeface="Arial Unicode MS"/>
                <a:cs typeface="Arial Unicode MS"/>
                <a:sym typeface="Arial Unicode M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57" name="Numero diapositiva"/>
          <p:cNvSpPr txBox="1"/>
          <p:nvPr>
            <p:ph type="sldNum" sz="quarter" idx="2"/>
          </p:nvPr>
        </p:nvSpPr>
        <p:spPr>
          <a:xfrm>
            <a:off x="11905056" y="9605492"/>
            <a:ext cx="576748" cy="652948"/>
          </a:xfrm>
          <a:prstGeom prst="rect">
            <a:avLst/>
          </a:prstGeom>
        </p:spPr>
        <p:txBody>
          <a:bodyPr lIns="53423" tIns="53423" rIns="53423" bIns="53423"/>
          <a:lstStyle>
            <a:lvl1pPr defTabSz="822960"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FONDO OK copia 2">
    <p:bg>
      <p:bgPr>
        <a:gradFill flip="none" rotWithShape="1">
          <a:gsLst>
            <a:gs pos="0">
              <a:srgbClr val="0A0746"/>
            </a:gs>
            <a:gs pos="100000">
              <a:srgbClr val="020115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Numero diapositiva"/>
          <p:cNvSpPr txBox="1"/>
          <p:nvPr>
            <p:ph type="sldNum" sz="quarter" idx="2"/>
          </p:nvPr>
        </p:nvSpPr>
        <p:spPr>
          <a:xfrm>
            <a:off x="18726487" y="12488905"/>
            <a:ext cx="477700" cy="469949"/>
          </a:xfrm>
          <a:prstGeom prst="rect">
            <a:avLst/>
          </a:prstGeom>
        </p:spPr>
        <p:txBody>
          <a:bodyPr lIns="105362" tIns="105362" rIns="105362" bIns="105362"/>
          <a:lstStyle>
            <a:lvl1pPr defTabSz="918414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olo Tes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L="81280" marR="81280" defTabSz="1821773"/>
          </a:lstStyle>
          <a:p>
            <a:pPr/>
            <a:r>
              <a:t>Titolo Testo</a:t>
            </a:r>
          </a:p>
        </p:txBody>
      </p:sp>
      <p:sp>
        <p:nvSpPr>
          <p:cNvPr id="272" name="Corpo livello un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767079" marR="81280" indent="-685799" defTabSz="1821773">
              <a:spcBef>
                <a:spcPts val="600"/>
              </a:spcBef>
            </a:lvl1pPr>
            <a:lvl2pPr marL="1567178" marR="81280" indent="-571498" defTabSz="1821773">
              <a:spcBef>
                <a:spcPts val="600"/>
              </a:spcBef>
            </a:lvl2pPr>
            <a:lvl3pPr marL="2367279" marR="81280" indent="-457199" defTabSz="1821773">
              <a:spcBef>
                <a:spcPts val="600"/>
              </a:spcBef>
            </a:lvl3pPr>
            <a:lvl4pPr marL="3281680" marR="81280" indent="-457200" defTabSz="1821773">
              <a:spcBef>
                <a:spcPts val="600"/>
              </a:spcBef>
            </a:lvl4pPr>
            <a:lvl5pPr marL="4196079" marR="81280" indent="-457200" defTabSz="1821773">
              <a:spcBef>
                <a:spcPts val="600"/>
              </a:spcBef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73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 defTabSz="918414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olo Testo"/>
          <p:cNvSpPr txBox="1"/>
          <p:nvPr>
            <p:ph type="title"/>
          </p:nvPr>
        </p:nvSpPr>
        <p:spPr>
          <a:xfrm>
            <a:off x="2378192" y="363125"/>
            <a:ext cx="19627615" cy="3431824"/>
          </a:xfrm>
          <a:prstGeom prst="rect">
            <a:avLst/>
          </a:prstGeom>
        </p:spPr>
        <p:txBody>
          <a:bodyPr/>
          <a:lstStyle>
            <a:lvl1pPr marL="0" marR="0" algn="ctr" defTabSz="843134">
              <a:defRPr sz="112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281" name="Corpo livello uno…"/>
          <p:cNvSpPr txBox="1"/>
          <p:nvPr>
            <p:ph type="body" idx="1"/>
          </p:nvPr>
        </p:nvSpPr>
        <p:spPr>
          <a:xfrm>
            <a:off x="2378192" y="3900311"/>
            <a:ext cx="19627615" cy="8037690"/>
          </a:xfrm>
          <a:prstGeom prst="rect">
            <a:avLst/>
          </a:prstGeom>
        </p:spPr>
        <p:txBody>
          <a:bodyPr anchor="ctr"/>
          <a:lstStyle>
            <a:lvl1pPr marL="992909" marR="0" indent="-675409" defTabSz="843134">
              <a:spcBef>
                <a:spcPts val="3400"/>
              </a:spcBef>
              <a:buSzPct val="171000"/>
              <a:buChar char="•"/>
              <a:defRPr sz="52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437409" marR="0" indent="-675409" defTabSz="843134">
              <a:spcBef>
                <a:spcPts val="3400"/>
              </a:spcBef>
              <a:buSzPct val="171000"/>
              <a:buChar char="•"/>
              <a:defRPr sz="52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881909" marR="0" indent="-675409" defTabSz="843134">
              <a:spcBef>
                <a:spcPts val="3400"/>
              </a:spcBef>
              <a:buSzPct val="171000"/>
              <a:buChar char="•"/>
              <a:defRPr sz="52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326409" marR="0" indent="-675409" defTabSz="843134">
              <a:spcBef>
                <a:spcPts val="3400"/>
              </a:spcBef>
              <a:buSzPct val="171000"/>
              <a:buChar char="•"/>
              <a:defRPr sz="52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770909" marR="0" indent="-675409" defTabSz="843134">
              <a:spcBef>
                <a:spcPts val="3400"/>
              </a:spcBef>
              <a:buSzPct val="171000"/>
              <a:buChar char="•"/>
              <a:defRPr sz="52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82" name="Numero diapositiva"/>
          <p:cNvSpPr txBox="1"/>
          <p:nvPr>
            <p:ph type="sldNum" sz="quarter" idx="2"/>
          </p:nvPr>
        </p:nvSpPr>
        <p:spPr>
          <a:xfrm>
            <a:off x="11999313" y="13127096"/>
            <a:ext cx="361716" cy="387116"/>
          </a:xfrm>
          <a:prstGeom prst="rect">
            <a:avLst/>
          </a:prstGeom>
        </p:spPr>
        <p:txBody>
          <a:bodyPr/>
          <a:lstStyle>
            <a:lvl1pPr defTabSz="843134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itolo Testo"/>
          <p:cNvSpPr txBox="1"/>
          <p:nvPr>
            <p:ph type="title"/>
          </p:nvPr>
        </p:nvSpPr>
        <p:spPr>
          <a:xfrm>
            <a:off x="1219199" y="185980"/>
            <a:ext cx="21945601" cy="3015424"/>
          </a:xfrm>
          <a:prstGeom prst="rect">
            <a:avLst/>
          </a:prstGeom>
        </p:spPr>
        <p:txBody>
          <a:bodyPr/>
          <a:lstStyle>
            <a:lvl1pPr marL="81280" marR="81280" algn="ctr" defTabSz="1821773">
              <a:defRPr sz="7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290" name="Corpo livello uno…"/>
          <p:cNvSpPr txBox="1"/>
          <p:nvPr>
            <p:ph type="body" idx="1"/>
          </p:nvPr>
        </p:nvSpPr>
        <p:spPr>
          <a:xfrm>
            <a:off x="1219199" y="3222977"/>
            <a:ext cx="21945601" cy="10506194"/>
          </a:xfrm>
          <a:prstGeom prst="rect">
            <a:avLst/>
          </a:prstGeom>
        </p:spPr>
        <p:txBody>
          <a:bodyPr/>
          <a:lstStyle>
            <a:lvl1pPr marL="445885" marR="81280" indent="-405245" defTabSz="1821773">
              <a:spcBef>
                <a:spcPts val="1400"/>
              </a:spcBef>
              <a:buSzPct val="100000"/>
              <a:buChar char="•"/>
              <a:defRPr sz="5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834016" marR="81280" indent="-336176" defTabSz="1821773">
              <a:spcBef>
                <a:spcPts val="1200"/>
              </a:spcBef>
              <a:buSzPct val="100000"/>
              <a:buChar char="–"/>
              <a:defRPr sz="4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212214" marR="81280" indent="-257175" defTabSz="1821773">
              <a:spcBef>
                <a:spcPts val="1100"/>
              </a:spcBef>
              <a:buSzPct val="100000"/>
              <a:buChar char="•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1663700" marR="81280" indent="-251460" defTabSz="1821773">
              <a:spcBef>
                <a:spcPts val="900"/>
              </a:spcBef>
              <a:buSzPct val="100000"/>
              <a:buChar char="–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120900" marR="81280" indent="-251460" defTabSz="1821773">
              <a:spcBef>
                <a:spcPts val="900"/>
              </a:spcBef>
              <a:buSzPct val="100000"/>
              <a:buChar char="»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91" name="Numero diapositiva"/>
          <p:cNvSpPr txBox="1"/>
          <p:nvPr>
            <p:ph type="sldNum" sz="quarter" idx="2"/>
          </p:nvPr>
        </p:nvSpPr>
        <p:spPr>
          <a:xfrm>
            <a:off x="20126306" y="12488907"/>
            <a:ext cx="387388" cy="379637"/>
          </a:xfrm>
          <a:prstGeom prst="rect">
            <a:avLst/>
          </a:prstGeom>
        </p:spPr>
        <p:txBody>
          <a:bodyPr/>
          <a:lstStyle>
            <a:lvl1pPr defTabSz="918414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itolo Testo"/>
          <p:cNvSpPr txBox="1"/>
          <p:nvPr>
            <p:ph type="title"/>
          </p:nvPr>
        </p:nvSpPr>
        <p:spPr>
          <a:xfrm>
            <a:off x="6000088" y="4150153"/>
            <a:ext cx="12392747" cy="2739074"/>
          </a:xfrm>
          <a:prstGeom prst="rect">
            <a:avLst/>
          </a:prstGeom>
        </p:spPr>
        <p:txBody>
          <a:bodyPr lIns="35688" tIns="35688" rIns="35688" bIns="35688" anchor="b"/>
          <a:lstStyle>
            <a:lvl1pPr marL="0" marR="0" algn="ctr" defTabSz="843134">
              <a:defRPr sz="11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299" name="Corpo livello uno…"/>
          <p:cNvSpPr txBox="1"/>
          <p:nvPr>
            <p:ph type="body" sz="quarter" idx="1"/>
          </p:nvPr>
        </p:nvSpPr>
        <p:spPr>
          <a:xfrm>
            <a:off x="6000088" y="6969525"/>
            <a:ext cx="12392747" cy="936818"/>
          </a:xfrm>
          <a:prstGeom prst="rect">
            <a:avLst/>
          </a:prstGeom>
        </p:spPr>
        <p:txBody>
          <a:bodyPr lIns="35688" tIns="35688" rIns="35688" bIns="35688"/>
          <a:lstStyle>
            <a:lvl1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1pPr>
            <a:lvl2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2pPr>
            <a:lvl3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3pPr>
            <a:lvl4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4pPr>
            <a:lvl5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00" name="Numero diapositiva"/>
          <p:cNvSpPr txBox="1"/>
          <p:nvPr>
            <p:ph type="sldNum" sz="quarter" idx="2"/>
          </p:nvPr>
        </p:nvSpPr>
        <p:spPr>
          <a:xfrm>
            <a:off x="12026321" y="10556195"/>
            <a:ext cx="312677" cy="338077"/>
          </a:xfrm>
          <a:prstGeom prst="rect">
            <a:avLst/>
          </a:prstGeom>
        </p:spPr>
        <p:txBody>
          <a:bodyPr lIns="35688" tIns="35688" rIns="35688" bIns="35688"/>
          <a:lstStyle>
            <a:lvl1pPr defTabSz="843134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itolo Testo"/>
          <p:cNvSpPr txBox="1"/>
          <p:nvPr>
            <p:ph type="title"/>
          </p:nvPr>
        </p:nvSpPr>
        <p:spPr>
          <a:xfrm>
            <a:off x="6000088" y="4150153"/>
            <a:ext cx="12392747" cy="2739074"/>
          </a:xfrm>
          <a:prstGeom prst="rect">
            <a:avLst/>
          </a:prstGeom>
        </p:spPr>
        <p:txBody>
          <a:bodyPr lIns="35688" tIns="35688" rIns="35688" bIns="35688" anchor="b"/>
          <a:lstStyle>
            <a:lvl1pPr marL="0" marR="0" algn="ctr" defTabSz="843134">
              <a:defRPr sz="11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308" name="Corpo livello uno…"/>
          <p:cNvSpPr txBox="1"/>
          <p:nvPr>
            <p:ph type="body" sz="quarter" idx="1"/>
          </p:nvPr>
        </p:nvSpPr>
        <p:spPr>
          <a:xfrm>
            <a:off x="6000088" y="6969525"/>
            <a:ext cx="12392747" cy="936818"/>
          </a:xfrm>
          <a:prstGeom prst="rect">
            <a:avLst/>
          </a:prstGeom>
        </p:spPr>
        <p:txBody>
          <a:bodyPr lIns="35688" tIns="35688" rIns="35688" bIns="35688"/>
          <a:lstStyle>
            <a:lvl1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1pPr>
            <a:lvl2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2pPr>
            <a:lvl3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3pPr>
            <a:lvl4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4pPr>
            <a:lvl5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09" name="Numero diapositiva"/>
          <p:cNvSpPr txBox="1"/>
          <p:nvPr>
            <p:ph type="sldNum" sz="quarter" idx="2"/>
          </p:nvPr>
        </p:nvSpPr>
        <p:spPr>
          <a:xfrm>
            <a:off x="12026321" y="10511585"/>
            <a:ext cx="312677" cy="338078"/>
          </a:xfrm>
          <a:prstGeom prst="rect">
            <a:avLst/>
          </a:prstGeom>
        </p:spPr>
        <p:txBody>
          <a:bodyPr lIns="35688" tIns="35688" rIns="35688" bIns="35688"/>
          <a:lstStyle>
            <a:lvl1pPr defTabSz="843134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itolo Testo"/>
          <p:cNvSpPr txBox="1"/>
          <p:nvPr>
            <p:ph type="title"/>
          </p:nvPr>
        </p:nvSpPr>
        <p:spPr>
          <a:xfrm>
            <a:off x="6000088" y="4150153"/>
            <a:ext cx="12392747" cy="2739074"/>
          </a:xfrm>
          <a:prstGeom prst="rect">
            <a:avLst/>
          </a:prstGeom>
        </p:spPr>
        <p:txBody>
          <a:bodyPr lIns="35688" tIns="35688" rIns="35688" bIns="35688" anchor="b"/>
          <a:lstStyle>
            <a:lvl1pPr marL="0" marR="0" algn="ctr" defTabSz="843134">
              <a:defRPr cap="all" sz="11000">
                <a:solidFill>
                  <a:srgbClr val="FFFFFF"/>
                </a:solidFill>
                <a:uFillTx/>
                <a:latin typeface="Alien League Regular"/>
                <a:ea typeface="Alien League Regular"/>
                <a:cs typeface="Alien League Regular"/>
                <a:sym typeface="Alien League Regular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317" name="Corpo livello uno…"/>
          <p:cNvSpPr txBox="1"/>
          <p:nvPr>
            <p:ph type="body" sz="quarter" idx="1"/>
          </p:nvPr>
        </p:nvSpPr>
        <p:spPr>
          <a:xfrm>
            <a:off x="6000088" y="6969525"/>
            <a:ext cx="12392747" cy="936818"/>
          </a:xfrm>
          <a:prstGeom prst="rect">
            <a:avLst/>
          </a:prstGeom>
        </p:spPr>
        <p:txBody>
          <a:bodyPr lIns="35688" tIns="35688" rIns="35688" bIns="35688"/>
          <a:lstStyle>
            <a:lvl1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1pPr>
            <a:lvl2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2pPr>
            <a:lvl3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3pPr>
            <a:lvl4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4pPr>
            <a:lvl5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18" name="Numero diapositiva"/>
          <p:cNvSpPr txBox="1"/>
          <p:nvPr>
            <p:ph type="sldNum" sz="quarter" idx="2"/>
          </p:nvPr>
        </p:nvSpPr>
        <p:spPr>
          <a:xfrm>
            <a:off x="12026321" y="10556195"/>
            <a:ext cx="312677" cy="338077"/>
          </a:xfrm>
          <a:prstGeom prst="rect">
            <a:avLst/>
          </a:prstGeom>
        </p:spPr>
        <p:txBody>
          <a:bodyPr lIns="35688" tIns="35688" rIns="35688" bIns="35688"/>
          <a:lstStyle>
            <a:lvl1pPr defTabSz="843134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itolo Testo"/>
          <p:cNvSpPr txBox="1"/>
          <p:nvPr>
            <p:ph type="title"/>
          </p:nvPr>
        </p:nvSpPr>
        <p:spPr>
          <a:xfrm>
            <a:off x="6383736" y="3008129"/>
            <a:ext cx="11634371" cy="2034232"/>
          </a:xfrm>
          <a:prstGeom prst="rect">
            <a:avLst/>
          </a:prstGeom>
        </p:spPr>
        <p:txBody>
          <a:bodyPr lIns="35688" tIns="35688" rIns="35688" bIns="35688"/>
          <a:lstStyle>
            <a:lvl1pPr marL="0" marR="0" algn="ctr" defTabSz="843134">
              <a:defRPr cap="all" sz="10800">
                <a:solidFill>
                  <a:srgbClr val="FFFFFF"/>
                </a:solidFill>
                <a:uFillTx/>
                <a:latin typeface="Alien League Regular"/>
                <a:ea typeface="Alien League Regular"/>
                <a:cs typeface="Alien League Regular"/>
                <a:sym typeface="Alien League Regular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326" name="Corpo livello uno…"/>
          <p:cNvSpPr txBox="1"/>
          <p:nvPr>
            <p:ph type="body" sz="quarter" idx="1"/>
          </p:nvPr>
        </p:nvSpPr>
        <p:spPr>
          <a:xfrm>
            <a:off x="6383736" y="5113736"/>
            <a:ext cx="11634371" cy="4773305"/>
          </a:xfrm>
          <a:prstGeom prst="rect">
            <a:avLst/>
          </a:prstGeom>
        </p:spPr>
        <p:txBody>
          <a:bodyPr lIns="35688" tIns="35688" rIns="35688" bIns="35688" anchor="ctr"/>
          <a:lstStyle>
            <a:lvl1pPr marL="970642" marR="0" indent="-653142" defTabSz="843134">
              <a:lnSpc>
                <a:spcPct val="130000"/>
              </a:lnSpc>
              <a:spcBef>
                <a:spcPts val="3300"/>
              </a:spcBef>
              <a:buSzPct val="171000"/>
              <a:buChar char="•"/>
              <a:defRPr sz="4800">
                <a:uFillTx/>
                <a:latin typeface="Neogrey"/>
                <a:ea typeface="Neogrey"/>
                <a:cs typeface="Neogrey"/>
                <a:sym typeface="Neogrey"/>
              </a:defRPr>
            </a:lvl1pPr>
            <a:lvl2pPr marL="1415142" marR="0" indent="-653142" defTabSz="843134">
              <a:lnSpc>
                <a:spcPct val="130000"/>
              </a:lnSpc>
              <a:spcBef>
                <a:spcPts val="3300"/>
              </a:spcBef>
              <a:buSzPct val="171000"/>
              <a:buChar char="•"/>
              <a:defRPr sz="4800">
                <a:uFillTx/>
                <a:latin typeface="Neogrey"/>
                <a:ea typeface="Neogrey"/>
                <a:cs typeface="Neogrey"/>
                <a:sym typeface="Neogrey"/>
              </a:defRPr>
            </a:lvl2pPr>
            <a:lvl3pPr marL="1859642" marR="0" indent="-653142" defTabSz="843134">
              <a:lnSpc>
                <a:spcPct val="130000"/>
              </a:lnSpc>
              <a:spcBef>
                <a:spcPts val="3300"/>
              </a:spcBef>
              <a:buSzPct val="171000"/>
              <a:buChar char="•"/>
              <a:defRPr sz="4800">
                <a:uFillTx/>
                <a:latin typeface="Neogrey"/>
                <a:ea typeface="Neogrey"/>
                <a:cs typeface="Neogrey"/>
                <a:sym typeface="Neogrey"/>
              </a:defRPr>
            </a:lvl3pPr>
            <a:lvl4pPr marL="2304142" marR="0" indent="-653142" defTabSz="843134">
              <a:lnSpc>
                <a:spcPct val="130000"/>
              </a:lnSpc>
              <a:spcBef>
                <a:spcPts val="3300"/>
              </a:spcBef>
              <a:buSzPct val="171000"/>
              <a:buChar char="•"/>
              <a:defRPr sz="4800">
                <a:uFillTx/>
                <a:latin typeface="Neogrey"/>
                <a:ea typeface="Neogrey"/>
                <a:cs typeface="Neogrey"/>
                <a:sym typeface="Neogrey"/>
              </a:defRPr>
            </a:lvl4pPr>
            <a:lvl5pPr marL="2748642" marR="0" indent="-653142" defTabSz="843134">
              <a:lnSpc>
                <a:spcPct val="130000"/>
              </a:lnSpc>
              <a:spcBef>
                <a:spcPts val="3300"/>
              </a:spcBef>
              <a:buSzPct val="171000"/>
              <a:buChar char="•"/>
              <a:defRPr sz="4800">
                <a:uFillTx/>
                <a:latin typeface="Neogrey"/>
                <a:ea typeface="Neogrey"/>
                <a:cs typeface="Neogrey"/>
                <a:sym typeface="Neogrey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27" name="Numero diapositiva"/>
          <p:cNvSpPr txBox="1"/>
          <p:nvPr>
            <p:ph type="sldNum" sz="quarter" idx="2"/>
          </p:nvPr>
        </p:nvSpPr>
        <p:spPr>
          <a:xfrm>
            <a:off x="12034825" y="10565117"/>
            <a:ext cx="312677" cy="338077"/>
          </a:xfrm>
          <a:prstGeom prst="rect">
            <a:avLst/>
          </a:prstGeom>
        </p:spPr>
        <p:txBody>
          <a:bodyPr lIns="35688" tIns="35688" rIns="35688" bIns="35688"/>
          <a:lstStyle>
            <a:lvl1pPr defTabSz="843134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itolo Testo"/>
          <p:cNvSpPr txBox="1"/>
          <p:nvPr>
            <p:ph type="title"/>
          </p:nvPr>
        </p:nvSpPr>
        <p:spPr>
          <a:xfrm>
            <a:off x="6383736" y="3008129"/>
            <a:ext cx="11634371" cy="2034232"/>
          </a:xfrm>
          <a:prstGeom prst="rect">
            <a:avLst/>
          </a:prstGeom>
        </p:spPr>
        <p:txBody>
          <a:bodyPr lIns="35688" tIns="35688" rIns="35688" bIns="35688"/>
          <a:lstStyle>
            <a:lvl1pPr marL="0" marR="0" algn="ctr" defTabSz="843134">
              <a:defRPr sz="10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335" name="Corpo livello uno…"/>
          <p:cNvSpPr txBox="1"/>
          <p:nvPr>
            <p:ph type="body" sz="quarter" idx="1"/>
          </p:nvPr>
        </p:nvSpPr>
        <p:spPr>
          <a:xfrm>
            <a:off x="6383736" y="5113736"/>
            <a:ext cx="11634371" cy="4773305"/>
          </a:xfrm>
          <a:prstGeom prst="rect">
            <a:avLst/>
          </a:prstGeom>
        </p:spPr>
        <p:txBody>
          <a:bodyPr lIns="35688" tIns="35688" rIns="35688" bIns="35688" anchor="ctr"/>
          <a:lstStyle>
            <a:lvl1pPr marL="970642" marR="0" indent="-653142" defTabSz="843134">
              <a:spcBef>
                <a:spcPts val="33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415142" marR="0" indent="-653142" defTabSz="843134">
              <a:spcBef>
                <a:spcPts val="33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859642" marR="0" indent="-653142" defTabSz="843134">
              <a:spcBef>
                <a:spcPts val="33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304142" marR="0" indent="-653142" defTabSz="843134">
              <a:spcBef>
                <a:spcPts val="33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748642" marR="0" indent="-653142" defTabSz="843134">
              <a:spcBef>
                <a:spcPts val="33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36" name="Numero diapositiva"/>
          <p:cNvSpPr txBox="1"/>
          <p:nvPr>
            <p:ph type="sldNum" sz="quarter" idx="2"/>
          </p:nvPr>
        </p:nvSpPr>
        <p:spPr>
          <a:xfrm>
            <a:off x="12034825" y="10565117"/>
            <a:ext cx="312677" cy="338077"/>
          </a:xfrm>
          <a:prstGeom prst="rect">
            <a:avLst/>
          </a:prstGeom>
        </p:spPr>
        <p:txBody>
          <a:bodyPr lIns="35688" tIns="35688" rIns="35688" bIns="35688"/>
          <a:lstStyle>
            <a:lvl1pPr defTabSz="843134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itolo Testo"/>
          <p:cNvSpPr txBox="1"/>
          <p:nvPr>
            <p:ph type="title"/>
          </p:nvPr>
        </p:nvSpPr>
        <p:spPr>
          <a:xfrm>
            <a:off x="6383736" y="3008129"/>
            <a:ext cx="11634371" cy="2034232"/>
          </a:xfrm>
          <a:prstGeom prst="rect">
            <a:avLst/>
          </a:prstGeom>
        </p:spPr>
        <p:txBody>
          <a:bodyPr lIns="35688" tIns="35688" rIns="35688" bIns="35688"/>
          <a:lstStyle>
            <a:lvl1pPr marL="0" marR="0" algn="ctr" defTabSz="843134">
              <a:defRPr cap="all" sz="10800">
                <a:solidFill>
                  <a:srgbClr val="FFFFFF"/>
                </a:solidFill>
                <a:uFillTx/>
                <a:latin typeface="Alien League Regular"/>
                <a:ea typeface="Alien League Regular"/>
                <a:cs typeface="Alien League Regular"/>
                <a:sym typeface="Alien League Regular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344" name="Corpo livello uno…"/>
          <p:cNvSpPr txBox="1"/>
          <p:nvPr>
            <p:ph type="body" sz="quarter" idx="1"/>
          </p:nvPr>
        </p:nvSpPr>
        <p:spPr>
          <a:xfrm>
            <a:off x="6383736" y="5113736"/>
            <a:ext cx="11634371" cy="4773305"/>
          </a:xfrm>
          <a:prstGeom prst="rect">
            <a:avLst/>
          </a:prstGeom>
        </p:spPr>
        <p:txBody>
          <a:bodyPr lIns="35688" tIns="35688" rIns="35688" bIns="35688" anchor="ctr"/>
          <a:lstStyle>
            <a:lvl1pPr marL="970642" marR="0" indent="-653142" defTabSz="843134">
              <a:lnSpc>
                <a:spcPct val="130000"/>
              </a:lnSpc>
              <a:spcBef>
                <a:spcPts val="3300"/>
              </a:spcBef>
              <a:buSzPct val="171000"/>
              <a:buChar char="•"/>
              <a:defRPr sz="4800">
                <a:uFillTx/>
                <a:latin typeface="Neogrey"/>
                <a:ea typeface="Neogrey"/>
                <a:cs typeface="Neogrey"/>
                <a:sym typeface="Neogrey"/>
              </a:defRPr>
            </a:lvl1pPr>
            <a:lvl2pPr marL="1415142" marR="0" indent="-653142" defTabSz="843134">
              <a:lnSpc>
                <a:spcPct val="130000"/>
              </a:lnSpc>
              <a:spcBef>
                <a:spcPts val="3300"/>
              </a:spcBef>
              <a:buSzPct val="171000"/>
              <a:buChar char="•"/>
              <a:defRPr sz="4800">
                <a:uFillTx/>
                <a:latin typeface="Neogrey"/>
                <a:ea typeface="Neogrey"/>
                <a:cs typeface="Neogrey"/>
                <a:sym typeface="Neogrey"/>
              </a:defRPr>
            </a:lvl2pPr>
            <a:lvl3pPr marL="1859642" marR="0" indent="-653142" defTabSz="843134">
              <a:lnSpc>
                <a:spcPct val="130000"/>
              </a:lnSpc>
              <a:spcBef>
                <a:spcPts val="3300"/>
              </a:spcBef>
              <a:buSzPct val="171000"/>
              <a:buChar char="•"/>
              <a:defRPr sz="4800">
                <a:uFillTx/>
                <a:latin typeface="Neogrey"/>
                <a:ea typeface="Neogrey"/>
                <a:cs typeface="Neogrey"/>
                <a:sym typeface="Neogrey"/>
              </a:defRPr>
            </a:lvl3pPr>
            <a:lvl4pPr marL="2304142" marR="0" indent="-653142" defTabSz="843134">
              <a:lnSpc>
                <a:spcPct val="130000"/>
              </a:lnSpc>
              <a:spcBef>
                <a:spcPts val="3300"/>
              </a:spcBef>
              <a:buSzPct val="171000"/>
              <a:buChar char="•"/>
              <a:defRPr sz="4800">
                <a:uFillTx/>
                <a:latin typeface="Neogrey"/>
                <a:ea typeface="Neogrey"/>
                <a:cs typeface="Neogrey"/>
                <a:sym typeface="Neogrey"/>
              </a:defRPr>
            </a:lvl4pPr>
            <a:lvl5pPr marL="2748642" marR="0" indent="-653142" defTabSz="843134">
              <a:lnSpc>
                <a:spcPct val="130000"/>
              </a:lnSpc>
              <a:spcBef>
                <a:spcPts val="3300"/>
              </a:spcBef>
              <a:buSzPct val="171000"/>
              <a:buChar char="•"/>
              <a:defRPr sz="4800">
                <a:uFillTx/>
                <a:latin typeface="Neogrey"/>
                <a:ea typeface="Neogrey"/>
                <a:cs typeface="Neogrey"/>
                <a:sym typeface="Neogrey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45" name="Numero diapositiva"/>
          <p:cNvSpPr txBox="1"/>
          <p:nvPr>
            <p:ph type="sldNum" sz="quarter" idx="2"/>
          </p:nvPr>
        </p:nvSpPr>
        <p:spPr>
          <a:xfrm>
            <a:off x="12034825" y="10565117"/>
            <a:ext cx="312677" cy="338077"/>
          </a:xfrm>
          <a:prstGeom prst="rect">
            <a:avLst/>
          </a:prstGeom>
        </p:spPr>
        <p:txBody>
          <a:bodyPr lIns="35688" tIns="35688" rIns="35688" bIns="35688"/>
          <a:lstStyle>
            <a:lvl1pPr defTabSz="843134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itolo Testo"/>
          <p:cNvSpPr txBox="1"/>
          <p:nvPr>
            <p:ph type="title"/>
          </p:nvPr>
        </p:nvSpPr>
        <p:spPr>
          <a:xfrm>
            <a:off x="7831666" y="4159250"/>
            <a:ext cx="8720668" cy="2751667"/>
          </a:xfrm>
          <a:prstGeom prst="rect">
            <a:avLst/>
          </a:prstGeom>
        </p:spPr>
        <p:txBody>
          <a:bodyPr lIns="42333" tIns="42333" rIns="42333" bIns="42333" anchor="b">
            <a:normAutofit fontScale="100000" lnSpcReduction="0"/>
          </a:bodyPr>
          <a:lstStyle>
            <a:lvl1pPr marL="0" marR="0" algn="ctr" defTabSz="584200">
              <a:defRPr cap="all" spc="1650" sz="11000">
                <a:solidFill>
                  <a:schemeClr val="accent1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353" name="Corpo livello uno…"/>
          <p:cNvSpPr txBox="1"/>
          <p:nvPr>
            <p:ph type="body" sz="quarter" idx="1"/>
          </p:nvPr>
        </p:nvSpPr>
        <p:spPr>
          <a:xfrm>
            <a:off x="7831666" y="6985000"/>
            <a:ext cx="8720668" cy="941917"/>
          </a:xfrm>
          <a:prstGeom prst="rect">
            <a:avLst/>
          </a:prstGeom>
        </p:spPr>
        <p:txBody>
          <a:bodyPr lIns="42333" tIns="42333" rIns="42333" bIns="42333">
            <a:normAutofit fontScale="100000" lnSpcReduction="0"/>
          </a:bodyPr>
          <a:lstStyle>
            <a:lvl1pPr marL="0" marR="0" indent="0" algn="ctr" defTabSz="584200">
              <a:spcBef>
                <a:spcPts val="0"/>
              </a:spcBef>
              <a:defRPr sz="4000">
                <a:uFillTx/>
              </a:defRPr>
            </a:lvl1pPr>
            <a:lvl2pPr marL="0" marR="0" indent="228600" algn="ctr" defTabSz="584200">
              <a:spcBef>
                <a:spcPts val="0"/>
              </a:spcBef>
              <a:defRPr sz="4000">
                <a:uFillTx/>
              </a:defRPr>
            </a:lvl2pPr>
            <a:lvl3pPr marL="0" marR="0" indent="457200" algn="ctr" defTabSz="584200">
              <a:spcBef>
                <a:spcPts val="0"/>
              </a:spcBef>
              <a:defRPr sz="4000">
                <a:uFillTx/>
              </a:defRPr>
            </a:lvl3pPr>
            <a:lvl4pPr marL="0" marR="0" indent="685800" algn="ctr" defTabSz="584200">
              <a:spcBef>
                <a:spcPts val="0"/>
              </a:spcBef>
              <a:defRPr sz="4000">
                <a:uFillTx/>
              </a:defRPr>
            </a:lvl4pPr>
            <a:lvl5pPr marL="0" marR="0" indent="914400" algn="ctr" defTabSz="584200">
              <a:spcBef>
                <a:spcPts val="0"/>
              </a:spcBef>
              <a:defRPr sz="40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54" name="Numero diapositiva"/>
          <p:cNvSpPr txBox="1"/>
          <p:nvPr>
            <p:ph type="sldNum" sz="quarter" idx="2"/>
          </p:nvPr>
        </p:nvSpPr>
        <p:spPr>
          <a:xfrm>
            <a:off x="11996801" y="10509250"/>
            <a:ext cx="379816" cy="389467"/>
          </a:xfrm>
          <a:prstGeom prst="rect">
            <a:avLst/>
          </a:prstGeom>
        </p:spPr>
        <p:txBody>
          <a:bodyPr lIns="42333" tIns="42333" rIns="42333" bIns="42333"/>
          <a:lstStyle>
            <a:lvl1pPr defTabSz="584200">
              <a:defRPr sz="20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itolo Testo"/>
          <p:cNvSpPr txBox="1"/>
          <p:nvPr>
            <p:ph type="title"/>
          </p:nvPr>
        </p:nvSpPr>
        <p:spPr>
          <a:xfrm>
            <a:off x="1739900" y="2298700"/>
            <a:ext cx="20904200" cy="4635500"/>
          </a:xfrm>
          <a:prstGeom prst="rect">
            <a:avLst/>
          </a:prstGeom>
        </p:spPr>
        <p:txBody>
          <a:bodyPr lIns="50800" tIns="50800" rIns="50800" bIns="50800" anchor="b"/>
          <a:lstStyle>
            <a:lvl1pPr marL="0" marR="0" algn="ctr" defTabSz="825500">
              <a:defRPr sz="116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362" name="Corpo livello uno…"/>
          <p:cNvSpPr txBox="1"/>
          <p:nvPr>
            <p:ph type="body" sz="quarter" idx="1"/>
          </p:nvPr>
        </p:nvSpPr>
        <p:spPr>
          <a:xfrm>
            <a:off x="1739900" y="7061200"/>
            <a:ext cx="20904200" cy="1587500"/>
          </a:xfrm>
          <a:prstGeom prst="rect">
            <a:avLst/>
          </a:prstGeom>
        </p:spPr>
        <p:txBody>
          <a:bodyPr lIns="50800" tIns="50800" rIns="50800" bIns="50800"/>
          <a:lstStyle>
            <a:lvl1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63" name="Numero diapositiva"/>
          <p:cNvSpPr txBox="1"/>
          <p:nvPr>
            <p:ph type="sldNum" sz="quarter" idx="2"/>
          </p:nvPr>
        </p:nvSpPr>
        <p:spPr>
          <a:xfrm>
            <a:off x="11969750" y="13093700"/>
            <a:ext cx="419100" cy="4572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4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itolo Testo"/>
          <p:cNvSpPr txBox="1"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lIns="71437" tIns="71437" rIns="71437" bIns="71437" anchor="b">
            <a:normAutofit fontScale="100000" lnSpcReduction="0"/>
          </a:bodyPr>
          <a:lstStyle>
            <a:lvl1pPr marL="0" marR="0" algn="ctr" defTabSz="821531">
              <a:defRPr sz="112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371" name="Corpo livello uno…"/>
          <p:cNvSpPr txBox="1"/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lIns="71437" tIns="71437" rIns="71437" bIns="71437">
            <a:normAutofit fontScale="100000" lnSpcReduction="0"/>
          </a:bodyPr>
          <a:lstStyle>
            <a:lvl1pPr marL="0" marR="0" indent="0" algn="ctr" defTabSz="821531">
              <a:spcBef>
                <a:spcPts val="0"/>
              </a:spcBef>
              <a:defRPr sz="4400">
                <a:uFillTx/>
              </a:defRPr>
            </a:lvl1pPr>
            <a:lvl2pPr marL="0" marR="0" indent="228600" algn="ctr" defTabSz="821531">
              <a:spcBef>
                <a:spcPts val="0"/>
              </a:spcBef>
              <a:defRPr sz="4400">
                <a:uFillTx/>
              </a:defRPr>
            </a:lvl2pPr>
            <a:lvl3pPr marL="0" marR="0" indent="457200" algn="ctr" defTabSz="821531">
              <a:spcBef>
                <a:spcPts val="0"/>
              </a:spcBef>
              <a:defRPr sz="4400">
                <a:uFillTx/>
              </a:defRPr>
            </a:lvl3pPr>
            <a:lvl4pPr marL="0" marR="0" indent="685800" algn="ctr" defTabSz="821531">
              <a:spcBef>
                <a:spcPts val="0"/>
              </a:spcBef>
              <a:defRPr sz="4400">
                <a:uFillTx/>
              </a:defRPr>
            </a:lvl4pPr>
            <a:lvl5pPr marL="0" marR="0" indent="914400" algn="ctr" defTabSz="821531">
              <a:spcBef>
                <a:spcPts val="0"/>
              </a:spcBef>
              <a:defRPr sz="44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72" name="Numero diapositiva"/>
          <p:cNvSpPr txBox="1"/>
          <p:nvPr>
            <p:ph type="sldNum" sz="quarter" idx="2"/>
          </p:nvPr>
        </p:nvSpPr>
        <p:spPr>
          <a:xfrm>
            <a:off x="11935814" y="1301948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531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itolo Testo"/>
          <p:cNvSpPr txBox="1"/>
          <p:nvPr>
            <p:ph type="title"/>
          </p:nvPr>
        </p:nvSpPr>
        <p:spPr>
          <a:xfrm>
            <a:off x="2393244" y="363125"/>
            <a:ext cx="19627615" cy="3431824"/>
          </a:xfrm>
          <a:prstGeom prst="rect">
            <a:avLst/>
          </a:prstGeom>
        </p:spPr>
        <p:txBody>
          <a:bodyPr/>
          <a:lstStyle>
            <a:lvl1pPr marL="0" marR="0" algn="ctr" defTabSz="843134">
              <a:defRPr sz="10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380" name="Corpo livello uno…"/>
          <p:cNvSpPr txBox="1"/>
          <p:nvPr>
            <p:ph type="body" idx="1"/>
          </p:nvPr>
        </p:nvSpPr>
        <p:spPr>
          <a:xfrm>
            <a:off x="2393244" y="3915362"/>
            <a:ext cx="19627615" cy="8052742"/>
          </a:xfrm>
          <a:prstGeom prst="rect">
            <a:avLst/>
          </a:prstGeom>
        </p:spPr>
        <p:txBody>
          <a:bodyPr anchor="ctr"/>
          <a:lstStyle>
            <a:lvl1pPr marL="970642" marR="0" indent="-653142" defTabSz="843134">
              <a:spcBef>
                <a:spcPts val="33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415142" marR="0" indent="-653142" defTabSz="843134">
              <a:spcBef>
                <a:spcPts val="33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859642" marR="0" indent="-653142" defTabSz="843134">
              <a:spcBef>
                <a:spcPts val="33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304142" marR="0" indent="-653142" defTabSz="843134">
              <a:spcBef>
                <a:spcPts val="33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748642" marR="0" indent="-653142" defTabSz="843134">
              <a:spcBef>
                <a:spcPts val="3300"/>
              </a:spcBef>
              <a:buSzPct val="171000"/>
              <a:buChar char="•"/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81" name="Numero diapositiva"/>
          <p:cNvSpPr txBox="1"/>
          <p:nvPr>
            <p:ph type="sldNum" sz="quarter" idx="2"/>
          </p:nvPr>
        </p:nvSpPr>
        <p:spPr>
          <a:xfrm>
            <a:off x="12009731" y="13112044"/>
            <a:ext cx="361716" cy="387116"/>
          </a:xfrm>
          <a:prstGeom prst="rect">
            <a:avLst/>
          </a:prstGeom>
        </p:spPr>
        <p:txBody>
          <a:bodyPr/>
          <a:lstStyle>
            <a:lvl1pPr defTabSz="843134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itolo Testo"/>
          <p:cNvSpPr txBox="1"/>
          <p:nvPr>
            <p:ph type="title"/>
          </p:nvPr>
        </p:nvSpPr>
        <p:spPr>
          <a:xfrm>
            <a:off x="1746014" y="2289762"/>
            <a:ext cx="20907024" cy="4620920"/>
          </a:xfrm>
          <a:prstGeom prst="rect">
            <a:avLst/>
          </a:prstGeom>
        </p:spPr>
        <p:txBody>
          <a:bodyPr anchor="b"/>
          <a:lstStyle>
            <a:lvl1pPr marL="0" marR="0" algn="ctr" defTabSz="843134">
              <a:defRPr sz="112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389" name="Corpo livello uno…"/>
          <p:cNvSpPr txBox="1"/>
          <p:nvPr>
            <p:ph type="body" sz="quarter" idx="1"/>
          </p:nvPr>
        </p:nvSpPr>
        <p:spPr>
          <a:xfrm>
            <a:off x="1746014" y="7046148"/>
            <a:ext cx="20907024" cy="1580445"/>
          </a:xfrm>
          <a:prstGeom prst="rect">
            <a:avLst/>
          </a:prstGeom>
        </p:spPr>
        <p:txBody>
          <a:bodyPr/>
          <a:lstStyle>
            <a:lvl1pPr marL="0" marR="0" indent="0" algn="ctr" defTabSz="843134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843134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843134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843134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843134">
              <a:spcBef>
                <a:spcPts val="0"/>
              </a:spcBef>
              <a:defRPr sz="4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90" name="Numero diapositiva"/>
          <p:cNvSpPr txBox="1"/>
          <p:nvPr>
            <p:ph type="sldNum" sz="quarter" idx="2"/>
          </p:nvPr>
        </p:nvSpPr>
        <p:spPr>
          <a:xfrm>
            <a:off x="11982685" y="13096992"/>
            <a:ext cx="387116" cy="412516"/>
          </a:xfrm>
          <a:prstGeom prst="rect">
            <a:avLst/>
          </a:prstGeom>
        </p:spPr>
        <p:txBody>
          <a:bodyPr/>
          <a:lstStyle>
            <a:lvl1pPr defTabSz="843134">
              <a:defRPr sz="2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itolo Tes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L="81280" marR="81280" defTabSz="1821773">
              <a:lnSpc>
                <a:spcPct val="150000"/>
              </a:lnSpc>
            </a:lvl1pPr>
          </a:lstStyle>
          <a:p>
            <a:pPr/>
            <a:r>
              <a:t>Titolo Testo</a:t>
            </a:r>
          </a:p>
        </p:txBody>
      </p:sp>
      <p:sp>
        <p:nvSpPr>
          <p:cNvPr id="398" name="Corpo livello un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767079" marR="81280" indent="-685799" defTabSz="1821773">
              <a:spcBef>
                <a:spcPts val="600"/>
              </a:spcBef>
            </a:lvl1pPr>
            <a:lvl2pPr marL="1567178" marR="81280" indent="-571498" defTabSz="1821773">
              <a:spcBef>
                <a:spcPts val="600"/>
              </a:spcBef>
            </a:lvl2pPr>
            <a:lvl3pPr marL="2367279" marR="81280" indent="-457199" defTabSz="1821773">
              <a:spcBef>
                <a:spcPts val="600"/>
              </a:spcBef>
            </a:lvl3pPr>
            <a:lvl4pPr marL="3281680" marR="81280" indent="-457200" defTabSz="1821773">
              <a:spcBef>
                <a:spcPts val="600"/>
              </a:spcBef>
            </a:lvl4pPr>
            <a:lvl5pPr marL="4196079" marR="81280" indent="-457200" defTabSz="1821773">
              <a:spcBef>
                <a:spcPts val="600"/>
              </a:spcBef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399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 defTabSz="918414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itolo Testo"/>
          <p:cNvSpPr txBox="1"/>
          <p:nvPr>
            <p:ph type="title"/>
          </p:nvPr>
        </p:nvSpPr>
        <p:spPr>
          <a:xfrm>
            <a:off x="5527039" y="1994098"/>
            <a:ext cx="13343469" cy="2198244"/>
          </a:xfrm>
          <a:prstGeom prst="rect">
            <a:avLst/>
          </a:prstGeom>
        </p:spPr>
        <p:txBody>
          <a:bodyPr lIns="81280" tIns="81280" rIns="81280" bIns="81280"/>
          <a:lstStyle>
            <a:lvl1pPr marL="55534" marR="55534" algn="ctr" defTabSz="1282700">
              <a:lnSpc>
                <a:spcPct val="150000"/>
              </a:lnSpc>
              <a:defRPr b="1" cap="all" spc="1800" sz="5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407" name="Corpo livello uno…"/>
          <p:cNvSpPr txBox="1"/>
          <p:nvPr>
            <p:ph type="body" sz="half" idx="1"/>
          </p:nvPr>
        </p:nvSpPr>
        <p:spPr>
          <a:xfrm>
            <a:off x="5527039" y="4182533"/>
            <a:ext cx="13343469" cy="7680961"/>
          </a:xfrm>
          <a:prstGeom prst="rect">
            <a:avLst/>
          </a:prstGeom>
        </p:spPr>
        <p:txBody>
          <a:bodyPr lIns="81280" tIns="81280" rIns="81280" bIns="81280"/>
          <a:lstStyle>
            <a:lvl1pPr marL="583501" marR="55534" indent="-528637" defTabSz="1282700">
              <a:spcBef>
                <a:spcPts val="1000"/>
              </a:spcBef>
              <a:buSzPct val="100000"/>
              <a:buChar char="•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078483" marR="55534" indent="-406400" defTabSz="1282700">
              <a:spcBef>
                <a:spcPts val="800"/>
              </a:spcBef>
              <a:buSzPct val="100000"/>
              <a:buChar char="–"/>
              <a:defRPr sz="3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606803" marR="55534" indent="-317500" defTabSz="1282700">
              <a:spcBef>
                <a:spcPts val="700"/>
              </a:spcBef>
              <a:buSzPct val="100000"/>
              <a:buChar char="•"/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224023" marR="55534" indent="-317500" defTabSz="1282700">
              <a:spcBef>
                <a:spcPts val="600"/>
              </a:spcBef>
              <a:buSzPct val="100000"/>
              <a:buChar char="–"/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841244" marR="55534" indent="-317500" defTabSz="1282700">
              <a:spcBef>
                <a:spcPts val="600"/>
              </a:spcBef>
              <a:buSzPct val="100000"/>
              <a:buChar char="»"/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08" name="Numero diapositiva"/>
          <p:cNvSpPr txBox="1"/>
          <p:nvPr>
            <p:ph type="sldNum" sz="quarter" idx="2"/>
          </p:nvPr>
        </p:nvSpPr>
        <p:spPr>
          <a:xfrm>
            <a:off x="16934513" y="10962930"/>
            <a:ext cx="373029" cy="359944"/>
          </a:xfrm>
          <a:prstGeom prst="rect">
            <a:avLst/>
          </a:prstGeom>
        </p:spPr>
        <p:txBody>
          <a:bodyPr lIns="81280" tIns="81280" rIns="81280" bIns="81280"/>
          <a:lstStyle>
            <a:lvl1pPr defTabSz="609600">
              <a:defRPr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itolo Testo"/>
          <p:cNvSpPr txBox="1"/>
          <p:nvPr>
            <p:ph type="title"/>
          </p:nvPr>
        </p:nvSpPr>
        <p:spPr>
          <a:xfrm>
            <a:off x="1739900" y="2298700"/>
            <a:ext cx="20904200" cy="4635500"/>
          </a:xfrm>
          <a:prstGeom prst="rect">
            <a:avLst/>
          </a:prstGeom>
        </p:spPr>
        <p:txBody>
          <a:bodyPr lIns="50800" tIns="50800" rIns="50800" bIns="50800" anchor="b"/>
          <a:lstStyle>
            <a:lvl1pPr marL="0" marR="0" algn="ctr" defTabSz="457200">
              <a:lnSpc>
                <a:spcPct val="150000"/>
              </a:lnSpc>
              <a:defRPr b="1" cap="all" sz="116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416" name="Corpo livello uno…"/>
          <p:cNvSpPr txBox="1"/>
          <p:nvPr>
            <p:ph type="body" sz="quarter" idx="1"/>
          </p:nvPr>
        </p:nvSpPr>
        <p:spPr>
          <a:xfrm>
            <a:off x="1739900" y="7061200"/>
            <a:ext cx="20904200" cy="1587500"/>
          </a:xfrm>
          <a:prstGeom prst="rect">
            <a:avLst/>
          </a:prstGeom>
        </p:spPr>
        <p:txBody>
          <a:bodyPr lIns="50800" tIns="50800" rIns="50800" bIns="50800"/>
          <a:lstStyle>
            <a:lvl1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17" name="Numero diapositiva"/>
          <p:cNvSpPr txBox="1"/>
          <p:nvPr>
            <p:ph type="sldNum" sz="quarter" idx="2"/>
          </p:nvPr>
        </p:nvSpPr>
        <p:spPr>
          <a:xfrm>
            <a:off x="11969750" y="13093700"/>
            <a:ext cx="419100" cy="4572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4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gradFill flip="none" rotWithShape="1">
          <a:gsLst>
            <a:gs pos="0">
              <a:srgbClr val="C6C6C6"/>
            </a:gs>
            <a:gs pos="0">
              <a:srgbClr val="636363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Numero diapositiva"/>
          <p:cNvSpPr txBox="1"/>
          <p:nvPr>
            <p:ph type="sldNum" sz="quarter" idx="2"/>
          </p:nvPr>
        </p:nvSpPr>
        <p:spPr>
          <a:xfrm>
            <a:off x="16890707" y="11420284"/>
            <a:ext cx="478107" cy="466671"/>
          </a:xfrm>
          <a:prstGeom prst="rect">
            <a:avLst/>
          </a:prstGeom>
        </p:spPr>
        <p:txBody>
          <a:bodyPr lIns="91439" tIns="91439" rIns="91439" bIns="91439"/>
          <a:lstStyle>
            <a:lvl1pPr defTabSz="609600"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itolo Testo"/>
          <p:cNvSpPr txBox="1"/>
          <p:nvPr>
            <p:ph type="title"/>
          </p:nvPr>
        </p:nvSpPr>
        <p:spPr>
          <a:xfrm>
            <a:off x="5527039" y="1994098"/>
            <a:ext cx="13343469" cy="2198244"/>
          </a:xfrm>
          <a:prstGeom prst="rect">
            <a:avLst/>
          </a:prstGeom>
        </p:spPr>
        <p:txBody>
          <a:bodyPr lIns="81280" tIns="81280" rIns="81280" bIns="81280"/>
          <a:lstStyle>
            <a:lvl1pPr marL="55534" marR="55534" algn="ctr" defTabSz="1270000">
              <a:lnSpc>
                <a:spcPct val="150000"/>
              </a:lnSpc>
              <a:defRPr b="1" cap="all" spc="1944" sz="5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432" name="Corpo livello uno…"/>
          <p:cNvSpPr txBox="1"/>
          <p:nvPr>
            <p:ph type="body" sz="half" idx="1"/>
          </p:nvPr>
        </p:nvSpPr>
        <p:spPr>
          <a:xfrm>
            <a:off x="5527039" y="4182533"/>
            <a:ext cx="13343469" cy="7680961"/>
          </a:xfrm>
          <a:prstGeom prst="rect">
            <a:avLst/>
          </a:prstGeom>
        </p:spPr>
        <p:txBody>
          <a:bodyPr lIns="81280" tIns="81280" rIns="81280" bIns="81280"/>
          <a:lstStyle>
            <a:lvl1pPr marL="580046" marR="55534" indent="-525182" defTabSz="1270000">
              <a:spcBef>
                <a:spcPts val="1000"/>
              </a:spcBef>
              <a:buSzPct val="100000"/>
              <a:buChar char="•"/>
              <a:defRPr sz="3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100708" marR="55534" indent="-428625" defTabSz="1270000">
              <a:spcBef>
                <a:spcPts val="800"/>
              </a:spcBef>
              <a:buSzPct val="100000"/>
              <a:buChar char="–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635667" marR="55534" indent="-346363" defTabSz="1270000">
              <a:spcBef>
                <a:spcPts val="700"/>
              </a:spcBef>
              <a:buSzPct val="100000"/>
              <a:buChar char="•"/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224023" marR="55534" indent="-317500" defTabSz="1270000">
              <a:spcBef>
                <a:spcPts val="600"/>
              </a:spcBef>
              <a:buSzPct val="100000"/>
              <a:buChar char="–"/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841244" marR="55534" indent="-317500" defTabSz="1270000">
              <a:spcBef>
                <a:spcPts val="600"/>
              </a:spcBef>
              <a:buSzPct val="100000"/>
              <a:buChar char="»"/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33" name="Numero diapositiva"/>
          <p:cNvSpPr txBox="1"/>
          <p:nvPr>
            <p:ph type="sldNum" sz="quarter" idx="2"/>
          </p:nvPr>
        </p:nvSpPr>
        <p:spPr>
          <a:xfrm>
            <a:off x="16943248" y="10962931"/>
            <a:ext cx="373029" cy="359944"/>
          </a:xfrm>
          <a:prstGeom prst="rect">
            <a:avLst/>
          </a:prstGeom>
        </p:spPr>
        <p:txBody>
          <a:bodyPr lIns="81280" tIns="81280" rIns="81280" bIns="81280"/>
          <a:lstStyle>
            <a:lvl1pPr defTabSz="609600">
              <a:defRPr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itolo Testo"/>
          <p:cNvSpPr txBox="1"/>
          <p:nvPr>
            <p:ph type="title"/>
          </p:nvPr>
        </p:nvSpPr>
        <p:spPr>
          <a:xfrm>
            <a:off x="4771437" y="1453664"/>
            <a:ext cx="14826075" cy="2442493"/>
          </a:xfrm>
          <a:prstGeom prst="rect">
            <a:avLst/>
          </a:prstGeom>
        </p:spPr>
        <p:txBody>
          <a:bodyPr lIns="90311" tIns="90311" rIns="90311" bIns="90311"/>
          <a:lstStyle>
            <a:lvl1pPr marL="65836" marR="65836" algn="ctr" defTabSz="1475486">
              <a:defRPr sz="6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441" name="Corpo livello uno…"/>
          <p:cNvSpPr txBox="1"/>
          <p:nvPr>
            <p:ph type="body" sz="half" idx="1"/>
          </p:nvPr>
        </p:nvSpPr>
        <p:spPr>
          <a:xfrm>
            <a:off x="4771437" y="3885259"/>
            <a:ext cx="14826075" cy="8519349"/>
          </a:xfrm>
          <a:prstGeom prst="rect">
            <a:avLst/>
          </a:prstGeom>
        </p:spPr>
        <p:txBody>
          <a:bodyPr lIns="90311" tIns="90311" rIns="90311" bIns="90311"/>
          <a:lstStyle>
            <a:lvl1pPr marL="595248" marR="65836" indent="-540384" defTabSz="1475486">
              <a:spcBef>
                <a:spcPts val="1100"/>
              </a:spcBef>
              <a:buSzPct val="100000"/>
              <a:buChar char="•"/>
              <a:defRPr sz="4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120319" marR="65836" indent="-448235" defTabSz="1475486">
              <a:spcBef>
                <a:spcPts val="1000"/>
              </a:spcBef>
              <a:buSzPct val="100000"/>
              <a:buChar char="–"/>
              <a:defRPr sz="4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649137" marR="65836" indent="-359833" defTabSz="1475486">
              <a:spcBef>
                <a:spcPts val="900"/>
              </a:spcBef>
              <a:buSzPct val="100000"/>
              <a:buChar char="•"/>
              <a:defRPr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281751" marR="65836" indent="-375227" defTabSz="1475486">
              <a:spcBef>
                <a:spcPts val="700"/>
              </a:spcBef>
              <a:buSzPct val="100000"/>
              <a:buChar char="–"/>
              <a:defRPr sz="2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898971" marR="65836" indent="-375227" defTabSz="1475486">
              <a:spcBef>
                <a:spcPts val="700"/>
              </a:spcBef>
              <a:buSzPct val="100000"/>
              <a:buChar char="»"/>
              <a:defRPr sz="2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42" name="Numero diapositiva"/>
          <p:cNvSpPr txBox="1"/>
          <p:nvPr>
            <p:ph type="sldNum" sz="quarter" idx="2"/>
          </p:nvPr>
        </p:nvSpPr>
        <p:spPr>
          <a:xfrm>
            <a:off x="17454602" y="11419033"/>
            <a:ext cx="447596" cy="439844"/>
          </a:xfrm>
          <a:prstGeom prst="rect">
            <a:avLst/>
          </a:prstGeom>
        </p:spPr>
        <p:txBody>
          <a:bodyPr lIns="90311" tIns="90311" rIns="90311" bIns="90311"/>
          <a:lstStyle>
            <a:lvl1pPr defTabSz="737743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ortice copia">
    <p:bg>
      <p:bgPr>
        <a:gradFill flip="none" rotWithShape="1">
          <a:gsLst>
            <a:gs pos="0">
              <a:srgbClr val="0329D6"/>
            </a:gs>
            <a:gs pos="100000">
              <a:srgbClr val="111278"/>
            </a:gs>
          </a:gsLst>
          <a:lin ang="189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itolo Testo"/>
          <p:cNvSpPr txBox="1"/>
          <p:nvPr>
            <p:ph type="title"/>
          </p:nvPr>
        </p:nvSpPr>
        <p:spPr>
          <a:xfrm>
            <a:off x="5493925" y="2079037"/>
            <a:ext cx="11996327" cy="2227675"/>
          </a:xfrm>
          <a:prstGeom prst="rect">
            <a:avLst/>
          </a:prstGeom>
        </p:spPr>
        <p:txBody>
          <a:bodyPr lIns="75259" tIns="75259" rIns="75259" bIns="75259" anchor="b"/>
          <a:lstStyle>
            <a:lvl1pPr marL="55122" marR="55122" algn="ctr" defTabSz="1279758">
              <a:defRPr sz="5200">
                <a:solidFill>
                  <a:srgbClr val="FFFDA9"/>
                </a:solidFill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uFill>
                  <a:solidFill>
                    <a:srgbClr val="FFFDA9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450" name="Corpo livello uno…"/>
          <p:cNvSpPr txBox="1"/>
          <p:nvPr>
            <p:ph type="body" sz="half" idx="1"/>
          </p:nvPr>
        </p:nvSpPr>
        <p:spPr>
          <a:xfrm>
            <a:off x="6201362" y="4863629"/>
            <a:ext cx="11996327" cy="6773334"/>
          </a:xfrm>
          <a:prstGeom prst="rect">
            <a:avLst/>
          </a:prstGeom>
        </p:spPr>
        <p:txBody>
          <a:bodyPr lIns="75259" tIns="75259" rIns="75259" bIns="75259"/>
          <a:lstStyle>
            <a:lvl1pPr marL="503135" marR="55122" indent="-457200" defTabSz="1279758">
              <a:spcBef>
                <a:spcPts val="1300"/>
              </a:spcBef>
              <a:buClr>
                <a:srgbClr val="0080FF"/>
              </a:buClr>
              <a:buSzPct val="75000"/>
              <a:buChar char=""/>
              <a:defRPr sz="36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1pPr>
            <a:lvl2pPr marL="956712" marR="55122" indent="-381610" defTabSz="1279758">
              <a:spcBef>
                <a:spcPts val="900"/>
              </a:spcBef>
              <a:buClr>
                <a:srgbClr val="0080FF"/>
              </a:buClr>
              <a:buSzPct val="100000"/>
              <a:buFont typeface="Tahoma"/>
              <a:buChar char="–"/>
              <a:defRPr sz="30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2pPr>
            <a:lvl3pPr marL="1397638" marR="55122" indent="-293369" defTabSz="1279758">
              <a:spcBef>
                <a:spcPts val="800"/>
              </a:spcBef>
              <a:buClr>
                <a:srgbClr val="0080FF"/>
              </a:buClr>
              <a:buSzPct val="58999"/>
              <a:buChar char=""/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3pPr>
            <a:lvl4pPr marL="1933472" marR="55122" indent="-300037" defTabSz="1279758">
              <a:spcBef>
                <a:spcPts val="700"/>
              </a:spcBef>
              <a:buSzPct val="100000"/>
              <a:buChar char="–"/>
              <a:defRPr sz="1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4pPr>
            <a:lvl5pPr marL="2462639" marR="55122" indent="-300037" defTabSz="1279758">
              <a:spcBef>
                <a:spcPts val="700"/>
              </a:spcBef>
              <a:buClr>
                <a:srgbClr val="0080FF"/>
              </a:buClr>
              <a:buSzPct val="50000"/>
              <a:buChar char=""/>
              <a:defRPr sz="1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51" name="Numero diapositiva"/>
          <p:cNvSpPr txBox="1"/>
          <p:nvPr>
            <p:ph type="sldNum" sz="quarter" idx="2"/>
          </p:nvPr>
        </p:nvSpPr>
        <p:spPr>
          <a:xfrm>
            <a:off x="11974871" y="11110148"/>
            <a:ext cx="442620" cy="468850"/>
          </a:xfrm>
          <a:prstGeom prst="rect">
            <a:avLst/>
          </a:prstGeom>
        </p:spPr>
        <p:txBody>
          <a:bodyPr lIns="75259" tIns="75259" rIns="75259" bIns="75259"/>
          <a:lstStyle>
            <a:lvl1pPr defTabSz="617295"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Titolo Testo"/>
          <p:cNvSpPr txBox="1"/>
          <p:nvPr>
            <p:ph type="title"/>
          </p:nvPr>
        </p:nvSpPr>
        <p:spPr>
          <a:xfrm>
            <a:off x="1219199" y="185980"/>
            <a:ext cx="21945601" cy="3015424"/>
          </a:xfrm>
          <a:prstGeom prst="rect">
            <a:avLst/>
          </a:prstGeom>
        </p:spPr>
        <p:txBody>
          <a:bodyPr/>
          <a:lstStyle>
            <a:lvl1pPr marL="81280" marR="81280" algn="ctr" defTabSz="1821773">
              <a:defRPr sz="8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459" name="Corpo livello uno…"/>
          <p:cNvSpPr txBox="1"/>
          <p:nvPr>
            <p:ph type="body" idx="1"/>
          </p:nvPr>
        </p:nvSpPr>
        <p:spPr>
          <a:xfrm>
            <a:off x="1219199" y="3207925"/>
            <a:ext cx="21945601" cy="10506194"/>
          </a:xfrm>
          <a:prstGeom prst="rect">
            <a:avLst/>
          </a:prstGeom>
        </p:spPr>
        <p:txBody>
          <a:bodyPr/>
          <a:lstStyle>
            <a:lvl1pPr marL="440690" marR="81280" indent="-400050" defTabSz="1821773">
              <a:spcBef>
                <a:spcPts val="1400"/>
              </a:spcBef>
              <a:buSzPct val="100000"/>
              <a:buChar char="•"/>
              <a:defRPr sz="5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831214" marR="81280" indent="-333374" defTabSz="1821773">
              <a:spcBef>
                <a:spcPts val="1200"/>
              </a:spcBef>
              <a:buSzPct val="100000"/>
              <a:buChar char="–"/>
              <a:defRPr sz="4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223981" marR="81280" indent="-268941" defTabSz="1821773">
              <a:spcBef>
                <a:spcPts val="1100"/>
              </a:spcBef>
              <a:buSzPct val="100000"/>
              <a:buChar char="•"/>
              <a:defRPr sz="4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1682403" marR="81280" indent="-270163" defTabSz="1821773">
              <a:spcBef>
                <a:spcPts val="900"/>
              </a:spcBef>
              <a:buSzPct val="100000"/>
              <a:buChar char="–"/>
              <a:defRPr sz="2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139603" marR="81280" indent="-270163" defTabSz="1821773">
              <a:spcBef>
                <a:spcPts val="900"/>
              </a:spcBef>
              <a:buSzPct val="100000"/>
              <a:buChar char="»"/>
              <a:defRPr sz="2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60" name="Numero diapositiva"/>
          <p:cNvSpPr txBox="1"/>
          <p:nvPr>
            <p:ph type="sldNum" sz="quarter" idx="2"/>
          </p:nvPr>
        </p:nvSpPr>
        <p:spPr>
          <a:xfrm>
            <a:off x="20126306" y="12488907"/>
            <a:ext cx="387388" cy="379637"/>
          </a:xfrm>
          <a:prstGeom prst="rect">
            <a:avLst/>
          </a:prstGeom>
        </p:spPr>
        <p:txBody>
          <a:bodyPr/>
          <a:lstStyle>
            <a:lvl1pPr defTabSz="918414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ortice">
    <p:bg>
      <p:bgPr>
        <a:gradFill flip="none" rotWithShape="1">
          <a:gsLst>
            <a:gs pos="0">
              <a:srgbClr val="0329D6"/>
            </a:gs>
            <a:gs pos="100000">
              <a:srgbClr val="111278"/>
            </a:gs>
          </a:gsLst>
          <a:lin ang="189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Titolo Testo"/>
          <p:cNvSpPr txBox="1"/>
          <p:nvPr>
            <p:ph type="title"/>
          </p:nvPr>
        </p:nvSpPr>
        <p:spPr>
          <a:xfrm>
            <a:off x="5493925" y="2079037"/>
            <a:ext cx="11996327" cy="2242726"/>
          </a:xfrm>
          <a:prstGeom prst="rect">
            <a:avLst/>
          </a:prstGeom>
        </p:spPr>
        <p:txBody>
          <a:bodyPr lIns="75259" tIns="75259" rIns="75259" bIns="75259" anchor="b"/>
          <a:lstStyle>
            <a:lvl1pPr marL="45167" marR="45167" algn="ctr" defTabSz="1294814">
              <a:defRPr>
                <a:solidFill>
                  <a:srgbClr val="FFFDA9"/>
                </a:solidFill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uFill>
                  <a:solidFill>
                    <a:srgbClr val="FFFDA9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468" name="Corpo livello uno…"/>
          <p:cNvSpPr txBox="1"/>
          <p:nvPr>
            <p:ph type="body" sz="half" idx="1"/>
          </p:nvPr>
        </p:nvSpPr>
        <p:spPr>
          <a:xfrm>
            <a:off x="6186311" y="4833525"/>
            <a:ext cx="11996327" cy="6773334"/>
          </a:xfrm>
          <a:prstGeom prst="rect">
            <a:avLst/>
          </a:prstGeom>
        </p:spPr>
        <p:txBody>
          <a:bodyPr lIns="75259" tIns="75259" rIns="75259" bIns="75259"/>
          <a:lstStyle>
            <a:lvl1pPr marL="526226" marR="45167" indent="-480290" defTabSz="1294814">
              <a:spcBef>
                <a:spcPts val="1500"/>
              </a:spcBef>
              <a:buClr>
                <a:srgbClr val="0080FF"/>
              </a:buClr>
              <a:buSzPct val="75000"/>
              <a:buChar char=""/>
              <a:defRPr sz="26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1pPr>
            <a:lvl2pPr marL="938903" marR="45167" indent="-363802" defTabSz="1294814">
              <a:spcBef>
                <a:spcPts val="900"/>
              </a:spcBef>
              <a:buClr>
                <a:srgbClr val="0080FF"/>
              </a:buClr>
              <a:buSzPct val="100000"/>
              <a:buFont typeface="Tahoma"/>
              <a:buChar char="–"/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2pPr>
            <a:lvl3pPr marL="1404305" marR="45167" indent="-300037" defTabSz="1294814">
              <a:spcBef>
                <a:spcPts val="800"/>
              </a:spcBef>
              <a:buClr>
                <a:srgbClr val="0080FF"/>
              </a:buClr>
              <a:buSzPct val="58999"/>
              <a:buChar char=""/>
              <a:defRPr sz="1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3pPr>
            <a:lvl4pPr marL="1938234" marR="45167" indent="-304800" defTabSz="1294814">
              <a:buSzPct val="100000"/>
              <a:buChar char="–"/>
              <a:defRPr sz="16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4pPr>
            <a:lvl5pPr marL="2467401" marR="45167" indent="-304800" defTabSz="1294814">
              <a:buClr>
                <a:srgbClr val="0080FF"/>
              </a:buClr>
              <a:buSzPct val="50000"/>
              <a:buChar char=""/>
              <a:defRPr sz="16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69" name="Numero diapositiva"/>
          <p:cNvSpPr txBox="1"/>
          <p:nvPr>
            <p:ph type="sldNum" sz="quarter" idx="2"/>
          </p:nvPr>
        </p:nvSpPr>
        <p:spPr>
          <a:xfrm>
            <a:off x="11995464" y="11110148"/>
            <a:ext cx="391819" cy="407508"/>
          </a:xfrm>
          <a:prstGeom prst="rect">
            <a:avLst/>
          </a:prstGeom>
        </p:spPr>
        <p:txBody>
          <a:bodyPr lIns="75259" tIns="75259" rIns="75259" bIns="75259"/>
          <a:lstStyle>
            <a:lvl1pPr defTabSz="647407">
              <a:defRPr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Titolo Testo"/>
          <p:cNvSpPr txBox="1"/>
          <p:nvPr>
            <p:ph type="title"/>
          </p:nvPr>
        </p:nvSpPr>
        <p:spPr>
          <a:xfrm>
            <a:off x="1170281" y="1881"/>
            <a:ext cx="22626699" cy="4767542"/>
          </a:xfrm>
          <a:prstGeom prst="rect">
            <a:avLst/>
          </a:prstGeom>
        </p:spPr>
        <p:txBody>
          <a:bodyPr/>
          <a:lstStyle>
            <a:lvl1pPr marL="81280" marR="81280" defTabSz="1821773">
              <a:defRPr sz="4600"/>
            </a:lvl1pPr>
          </a:lstStyle>
          <a:p>
            <a:pPr/>
            <a:r>
              <a:t>Titolo Testo</a:t>
            </a:r>
          </a:p>
        </p:txBody>
      </p:sp>
      <p:sp>
        <p:nvSpPr>
          <p:cNvPr id="477" name="Corpo livello uno…"/>
          <p:cNvSpPr txBox="1"/>
          <p:nvPr>
            <p:ph type="body" idx="1"/>
          </p:nvPr>
        </p:nvSpPr>
        <p:spPr>
          <a:xfrm>
            <a:off x="1851377" y="3979064"/>
            <a:ext cx="21945601" cy="9735055"/>
          </a:xfrm>
          <a:prstGeom prst="rect">
            <a:avLst/>
          </a:prstGeom>
        </p:spPr>
        <p:txBody>
          <a:bodyPr/>
          <a:lstStyle>
            <a:lvl1pPr marL="767080" marR="81280" indent="-685800" defTabSz="1821773">
              <a:spcBef>
                <a:spcPts val="600"/>
              </a:spcBef>
            </a:lvl1pPr>
            <a:lvl2pPr marL="1567180" marR="81280" indent="-571500" defTabSz="1821773">
              <a:spcBef>
                <a:spcPts val="600"/>
              </a:spcBef>
            </a:lvl2pPr>
            <a:lvl3pPr marL="2367279" marR="81280" indent="-457199" defTabSz="1821773">
              <a:spcBef>
                <a:spcPts val="600"/>
              </a:spcBef>
            </a:lvl3pPr>
            <a:lvl4pPr marL="3281680" marR="81280" indent="-457200" defTabSz="1821773">
              <a:spcBef>
                <a:spcPts val="600"/>
              </a:spcBef>
            </a:lvl4pPr>
            <a:lvl5pPr marL="4196079" marR="81280" indent="-457200" defTabSz="1821773">
              <a:spcBef>
                <a:spcPts val="600"/>
              </a:spcBef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78" name="Numero diapositiva"/>
          <p:cNvSpPr txBox="1"/>
          <p:nvPr>
            <p:ph type="sldNum" sz="quarter" idx="2"/>
          </p:nvPr>
        </p:nvSpPr>
        <p:spPr>
          <a:xfrm>
            <a:off x="20098097" y="12488905"/>
            <a:ext cx="443809" cy="450615"/>
          </a:xfrm>
          <a:prstGeom prst="rect">
            <a:avLst/>
          </a:prstGeom>
        </p:spPr>
        <p:txBody>
          <a:bodyPr/>
          <a:lstStyle>
            <a:lvl1pPr defTabSz="918414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 copia 1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Linea"/>
          <p:cNvSpPr/>
          <p:nvPr/>
        </p:nvSpPr>
        <p:spPr>
          <a:xfrm>
            <a:off x="2679229" y="2831629"/>
            <a:ext cx="19061441" cy="1"/>
          </a:xfrm>
          <a:prstGeom prst="line">
            <a:avLst/>
          </a:prstGeom>
          <a:ln w="12700">
            <a:solidFill>
              <a:srgbClr val="B5B5AF"/>
            </a:solidFill>
            <a:miter lim="400000"/>
          </a:ln>
          <a:effectLst>
            <a:outerShdw sx="100000" sy="100000" kx="0" ky="0" algn="b" rotWithShape="0" blurRad="12700" dist="12700" dir="0">
              <a:srgbClr val="FFFFFF">
                <a:alpha val="82000"/>
              </a:srgbClr>
            </a:outerShdw>
          </a:effectLst>
        </p:spPr>
        <p:txBody>
          <a:bodyPr lIns="60207" tIns="60207" rIns="60207" bIns="60207" anchor="ctr"/>
          <a:lstStyle/>
          <a:p>
            <a:pPr algn="l" defTabSz="542015">
              <a:defRPr sz="14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86" name="Titolo Testo"/>
          <p:cNvSpPr txBox="1"/>
          <p:nvPr>
            <p:ph type="title"/>
          </p:nvPr>
        </p:nvSpPr>
        <p:spPr>
          <a:xfrm>
            <a:off x="2393244" y="363125"/>
            <a:ext cx="19627615" cy="2408298"/>
          </a:xfrm>
          <a:prstGeom prst="rect">
            <a:avLst/>
          </a:prstGeom>
        </p:spPr>
        <p:txBody>
          <a:bodyPr anchor="b"/>
          <a:lstStyle>
            <a:lvl1pPr marL="0" marR="0" algn="ctr" defTabSz="828079">
              <a:defRPr sz="8600">
                <a:solidFill>
                  <a:srgbClr val="000000"/>
                </a:solidFill>
                <a:uFillTx/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487" name="Corpo livello uno…"/>
          <p:cNvSpPr txBox="1"/>
          <p:nvPr>
            <p:ph type="body" idx="1"/>
          </p:nvPr>
        </p:nvSpPr>
        <p:spPr>
          <a:xfrm>
            <a:off x="2393244" y="3674533"/>
            <a:ext cx="19627615" cy="8835438"/>
          </a:xfrm>
          <a:prstGeom prst="rect">
            <a:avLst/>
          </a:prstGeom>
        </p:spPr>
        <p:txBody>
          <a:bodyPr anchor="ctr"/>
          <a:lstStyle>
            <a:lvl1pPr marL="988773" marR="0" indent="-671273" defTabSz="828079">
              <a:spcBef>
                <a:spcPts val="2400"/>
              </a:spcBef>
              <a:buSzPct val="100000"/>
              <a:buChar char="•"/>
              <a:defRPr sz="5400">
                <a:solidFill>
                  <a:srgbClr val="51515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1pPr>
            <a:lvl2pPr marL="1433273" marR="0" indent="-671273" defTabSz="828079">
              <a:spcBef>
                <a:spcPts val="2400"/>
              </a:spcBef>
              <a:buSzPct val="100000"/>
              <a:buChar char="•"/>
              <a:defRPr sz="5400">
                <a:solidFill>
                  <a:srgbClr val="51515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1877773" marR="0" indent="-671273" defTabSz="828079">
              <a:spcBef>
                <a:spcPts val="2400"/>
              </a:spcBef>
              <a:buSzPct val="100000"/>
              <a:buChar char="•"/>
              <a:defRPr sz="5400">
                <a:solidFill>
                  <a:srgbClr val="51515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2322273" marR="0" indent="-671273" defTabSz="828079">
              <a:spcBef>
                <a:spcPts val="2400"/>
              </a:spcBef>
              <a:buSzPct val="100000"/>
              <a:buChar char="•"/>
              <a:defRPr sz="5400">
                <a:solidFill>
                  <a:srgbClr val="51515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2766773" marR="0" indent="-671273" defTabSz="828079">
              <a:spcBef>
                <a:spcPts val="2400"/>
              </a:spcBef>
              <a:buSzPct val="100000"/>
              <a:buChar char="•"/>
              <a:defRPr sz="5400">
                <a:solidFill>
                  <a:srgbClr val="51515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88" name="Numero diapositiva"/>
          <p:cNvSpPr txBox="1"/>
          <p:nvPr>
            <p:ph type="sldNum" sz="quarter" idx="2"/>
          </p:nvPr>
        </p:nvSpPr>
        <p:spPr>
          <a:xfrm>
            <a:off x="11972103" y="13036785"/>
            <a:ext cx="412515" cy="488716"/>
          </a:xfrm>
          <a:prstGeom prst="rect">
            <a:avLst/>
          </a:prstGeom>
        </p:spPr>
        <p:txBody>
          <a:bodyPr/>
          <a:lstStyle>
            <a:lvl1pPr defTabSz="828079">
              <a:defRPr>
                <a:solidFill>
                  <a:srgbClr val="51515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Titolo Testo"/>
          <p:cNvSpPr txBox="1"/>
          <p:nvPr>
            <p:ph type="title"/>
          </p:nvPr>
        </p:nvSpPr>
        <p:spPr>
          <a:xfrm>
            <a:off x="4786488" y="1453664"/>
            <a:ext cx="14826076" cy="2442494"/>
          </a:xfrm>
          <a:prstGeom prst="rect">
            <a:avLst/>
          </a:prstGeom>
        </p:spPr>
        <p:txBody>
          <a:bodyPr lIns="90311" tIns="90311" rIns="90311" bIns="90311"/>
          <a:lstStyle>
            <a:lvl1pPr marL="65836" marR="65836" algn="ctr" defTabSz="1520654">
              <a:defRPr sz="5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496" name="Corpo livello uno…"/>
          <p:cNvSpPr txBox="1"/>
          <p:nvPr>
            <p:ph type="body" sz="half" idx="1"/>
          </p:nvPr>
        </p:nvSpPr>
        <p:spPr>
          <a:xfrm>
            <a:off x="4786488" y="3885259"/>
            <a:ext cx="14826076" cy="8534401"/>
          </a:xfrm>
          <a:prstGeom prst="rect">
            <a:avLst/>
          </a:prstGeom>
        </p:spPr>
        <p:txBody>
          <a:bodyPr lIns="90311" tIns="90311" rIns="90311" bIns="90311"/>
          <a:lstStyle>
            <a:lvl1pPr marL="583501" marR="65836" indent="-528637" defTabSz="1520654">
              <a:spcBef>
                <a:spcPts val="1100"/>
              </a:spcBef>
              <a:buSzPct val="100000"/>
              <a:buChar char="•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103883" marR="65836" indent="-431800" defTabSz="1520654">
              <a:spcBef>
                <a:spcPts val="1000"/>
              </a:spcBef>
              <a:buSzPct val="100000"/>
              <a:buChar char="–"/>
              <a:defRPr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638553" marR="65836" indent="-349249" defTabSz="1520654">
              <a:spcBef>
                <a:spcPts val="900"/>
              </a:spcBef>
              <a:buSzPct val="100000"/>
              <a:buChar char="•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263711" marR="65836" indent="-357187" defTabSz="1520654">
              <a:spcBef>
                <a:spcPts val="700"/>
              </a:spcBef>
              <a:buSzPct val="100000"/>
              <a:buChar char="–"/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880931" marR="65836" indent="-357187" defTabSz="1520654">
              <a:spcBef>
                <a:spcPts val="700"/>
              </a:spcBef>
              <a:buSzPct val="100000"/>
              <a:buChar char="»"/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97" name="Numero diapositiva"/>
          <p:cNvSpPr txBox="1"/>
          <p:nvPr>
            <p:ph type="sldNum" sz="quarter" idx="2"/>
          </p:nvPr>
        </p:nvSpPr>
        <p:spPr>
          <a:xfrm>
            <a:off x="17459025" y="11419033"/>
            <a:ext cx="419343" cy="402575"/>
          </a:xfrm>
          <a:prstGeom prst="rect">
            <a:avLst/>
          </a:prstGeom>
        </p:spPr>
        <p:txBody>
          <a:bodyPr lIns="90311" tIns="90311" rIns="90311" bIns="90311"/>
          <a:lstStyle>
            <a:lvl1pPr defTabSz="722687"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itolo Testo"/>
          <p:cNvSpPr txBox="1"/>
          <p:nvPr>
            <p:ph type="title"/>
          </p:nvPr>
        </p:nvSpPr>
        <p:spPr>
          <a:xfrm>
            <a:off x="4835956" y="2305108"/>
            <a:ext cx="14712089" cy="4642165"/>
          </a:xfrm>
          <a:prstGeom prst="rect">
            <a:avLst/>
          </a:prstGeom>
        </p:spPr>
        <p:txBody>
          <a:bodyPr lIns="71437" tIns="71437" rIns="71437" bIns="71437" anchor="b">
            <a:normAutofit fontScale="100000" lnSpcReduction="0"/>
          </a:bodyPr>
          <a:lstStyle>
            <a:lvl1pPr marL="0" marR="0" algn="ctr" defTabSz="821531">
              <a:defRPr sz="110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505" name="Corpo livello uno…"/>
          <p:cNvSpPr txBox="1"/>
          <p:nvPr>
            <p:ph type="body" sz="quarter" idx="1"/>
          </p:nvPr>
        </p:nvSpPr>
        <p:spPr>
          <a:xfrm>
            <a:off x="4835956" y="7072253"/>
            <a:ext cx="14712089" cy="1589049"/>
          </a:xfrm>
          <a:prstGeom prst="rect">
            <a:avLst/>
          </a:prstGeom>
        </p:spPr>
        <p:txBody>
          <a:bodyPr lIns="71437" tIns="71437" rIns="71437" bIns="71437">
            <a:normAutofit fontScale="100000" lnSpcReduction="0"/>
          </a:bodyPr>
          <a:lstStyle>
            <a:lvl1pPr marL="0" marR="0" indent="0" algn="ctr" defTabSz="821531">
              <a:spcBef>
                <a:spcPts val="0"/>
              </a:spcBef>
              <a:defRPr sz="4200">
                <a:uFillTx/>
              </a:defRPr>
            </a:lvl1pPr>
            <a:lvl2pPr marL="0" marR="0" indent="228600" algn="ctr" defTabSz="821531">
              <a:spcBef>
                <a:spcPts val="0"/>
              </a:spcBef>
              <a:defRPr sz="4200">
                <a:uFillTx/>
              </a:defRPr>
            </a:lvl2pPr>
            <a:lvl3pPr marL="0" marR="0" indent="457200" algn="ctr" defTabSz="821531">
              <a:spcBef>
                <a:spcPts val="0"/>
              </a:spcBef>
              <a:defRPr sz="4200">
                <a:uFillTx/>
              </a:defRPr>
            </a:lvl3pPr>
            <a:lvl4pPr marL="0" marR="0" indent="685800" algn="ctr" defTabSz="821531">
              <a:spcBef>
                <a:spcPts val="0"/>
              </a:spcBef>
              <a:defRPr sz="4200">
                <a:uFillTx/>
              </a:defRPr>
            </a:lvl4pPr>
            <a:lvl5pPr marL="0" marR="0" indent="914400" algn="ctr" defTabSz="821531">
              <a:spcBef>
                <a:spcPts val="0"/>
              </a:spcBef>
              <a:defRPr sz="42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06" name="Numero diapositiva"/>
          <p:cNvSpPr txBox="1"/>
          <p:nvPr>
            <p:ph type="sldNum" sz="quarter" idx="2"/>
          </p:nvPr>
        </p:nvSpPr>
        <p:spPr>
          <a:xfrm>
            <a:off x="11949939" y="13017794"/>
            <a:ext cx="466269" cy="473076"/>
          </a:xfrm>
          <a:prstGeom prst="rect">
            <a:avLst/>
          </a:prstGeom>
        </p:spPr>
        <p:txBody>
          <a:bodyPr lIns="71437" tIns="71437" rIns="71437" bIns="71437"/>
          <a:lstStyle>
            <a:lvl1pPr defTabSz="821531">
              <a:defRPr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Titolo Testo"/>
          <p:cNvSpPr txBox="1"/>
          <p:nvPr>
            <p:ph type="title"/>
          </p:nvPr>
        </p:nvSpPr>
        <p:spPr>
          <a:xfrm>
            <a:off x="4786488" y="1453664"/>
            <a:ext cx="14826076" cy="2442494"/>
          </a:xfrm>
          <a:prstGeom prst="rect">
            <a:avLst/>
          </a:prstGeom>
        </p:spPr>
        <p:txBody>
          <a:bodyPr lIns="90311" tIns="90311" rIns="90311" bIns="90311"/>
          <a:lstStyle>
            <a:lvl1pPr marL="65836" marR="65836" algn="ctr" defTabSz="1505598">
              <a:defRPr sz="5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514" name="Corpo livello uno…"/>
          <p:cNvSpPr txBox="1"/>
          <p:nvPr>
            <p:ph type="body" sz="half" idx="1"/>
          </p:nvPr>
        </p:nvSpPr>
        <p:spPr>
          <a:xfrm>
            <a:off x="4786488" y="3885259"/>
            <a:ext cx="14826076" cy="8534401"/>
          </a:xfrm>
          <a:prstGeom prst="rect">
            <a:avLst/>
          </a:prstGeom>
        </p:spPr>
        <p:txBody>
          <a:bodyPr lIns="90311" tIns="90311" rIns="90311" bIns="90311"/>
          <a:lstStyle>
            <a:lvl1pPr marL="607687" marR="65836" indent="-552823" defTabSz="1505598">
              <a:spcBef>
                <a:spcPts val="1100"/>
              </a:spcBef>
              <a:buSzPct val="100000"/>
              <a:buChar char="•"/>
              <a:defRPr sz="4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100708" marR="65836" indent="-428625" defTabSz="1505598">
              <a:spcBef>
                <a:spcPts val="1000"/>
              </a:spcBef>
              <a:buSzPct val="100000"/>
              <a:buChar char="–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664531" marR="65836" indent="-375227" defTabSz="1505598">
              <a:spcBef>
                <a:spcPts val="900"/>
              </a:spcBef>
              <a:buSzPct val="100000"/>
              <a:buChar char="•"/>
              <a:defRPr sz="2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263711" marR="65836" indent="-357187" defTabSz="1505598">
              <a:spcBef>
                <a:spcPts val="700"/>
              </a:spcBef>
              <a:buSzPct val="100000"/>
              <a:buChar char="–"/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880931" marR="65836" indent="-357187" defTabSz="1505598">
              <a:spcBef>
                <a:spcPts val="700"/>
              </a:spcBef>
              <a:buSzPct val="100000"/>
              <a:buChar char="»"/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15" name="Numero diapositiva"/>
          <p:cNvSpPr txBox="1"/>
          <p:nvPr>
            <p:ph type="sldNum" sz="quarter" idx="2"/>
          </p:nvPr>
        </p:nvSpPr>
        <p:spPr>
          <a:xfrm>
            <a:off x="17468730" y="11419034"/>
            <a:ext cx="419343" cy="402576"/>
          </a:xfrm>
          <a:prstGeom prst="rect">
            <a:avLst/>
          </a:prstGeom>
        </p:spPr>
        <p:txBody>
          <a:bodyPr lIns="90311" tIns="90311" rIns="90311" bIns="90311"/>
          <a:lstStyle>
            <a:lvl1pPr defTabSz="722687"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itolo Testo"/>
          <p:cNvSpPr txBox="1"/>
          <p:nvPr>
            <p:ph type="title"/>
          </p:nvPr>
        </p:nvSpPr>
        <p:spPr>
          <a:xfrm>
            <a:off x="2378192" y="2319866"/>
            <a:ext cx="19627615" cy="4651023"/>
          </a:xfrm>
          <a:prstGeom prst="rect">
            <a:avLst/>
          </a:prstGeom>
        </p:spPr>
        <p:txBody>
          <a:bodyPr anchor="b"/>
          <a:lstStyle>
            <a:lvl1pPr marL="0" marR="0" algn="ctr" defTabSz="843134">
              <a:defRPr sz="112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523" name="Corpo livello uno…"/>
          <p:cNvSpPr txBox="1"/>
          <p:nvPr>
            <p:ph type="body" sz="quarter" idx="1"/>
          </p:nvPr>
        </p:nvSpPr>
        <p:spPr>
          <a:xfrm>
            <a:off x="2378192" y="7061200"/>
            <a:ext cx="19627615" cy="1595497"/>
          </a:xfrm>
          <a:prstGeom prst="rect">
            <a:avLst/>
          </a:prstGeom>
        </p:spPr>
        <p:txBody>
          <a:bodyPr/>
          <a:lstStyle>
            <a:lvl1pPr marL="0" marR="0" indent="0" algn="ctr" defTabSz="843134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843134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843134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843134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843134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24" name="Numero diapositiva"/>
          <p:cNvSpPr txBox="1"/>
          <p:nvPr>
            <p:ph type="sldNum" sz="quarter" idx="2"/>
          </p:nvPr>
        </p:nvSpPr>
        <p:spPr>
          <a:xfrm>
            <a:off x="11981744" y="13112044"/>
            <a:ext cx="387116" cy="412516"/>
          </a:xfrm>
          <a:prstGeom prst="rect">
            <a:avLst/>
          </a:prstGeom>
        </p:spPr>
        <p:txBody>
          <a:bodyPr/>
          <a:lstStyle>
            <a:lvl1pPr defTabSz="843134">
              <a:defRPr sz="2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ortice">
    <p:bg>
      <p:bgPr>
        <a:gradFill flip="none" rotWithShape="1">
          <a:gsLst>
            <a:gs pos="0">
              <a:srgbClr val="0329D6"/>
            </a:gs>
            <a:gs pos="100000">
              <a:srgbClr val="111278"/>
            </a:gs>
          </a:gsLst>
          <a:lin ang="189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Titolo Testo"/>
          <p:cNvSpPr txBox="1"/>
          <p:nvPr>
            <p:ph type="title"/>
          </p:nvPr>
        </p:nvSpPr>
        <p:spPr>
          <a:xfrm>
            <a:off x="5493925" y="2079037"/>
            <a:ext cx="11996327" cy="2242726"/>
          </a:xfrm>
          <a:prstGeom prst="rect">
            <a:avLst/>
          </a:prstGeom>
        </p:spPr>
        <p:txBody>
          <a:bodyPr lIns="75259" tIns="75259" rIns="75259" bIns="75259" anchor="b"/>
          <a:lstStyle>
            <a:lvl1pPr marL="45167" marR="45167" algn="ctr" defTabSz="1294814">
              <a:defRPr>
                <a:solidFill>
                  <a:srgbClr val="FFFDA9"/>
                </a:solidFill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uFill>
                  <a:solidFill>
                    <a:srgbClr val="FFFDA9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532" name="Corpo livello uno…"/>
          <p:cNvSpPr txBox="1"/>
          <p:nvPr>
            <p:ph type="body" sz="half" idx="1"/>
          </p:nvPr>
        </p:nvSpPr>
        <p:spPr>
          <a:xfrm>
            <a:off x="6186311" y="4833525"/>
            <a:ext cx="11996327" cy="6773334"/>
          </a:xfrm>
          <a:prstGeom prst="rect">
            <a:avLst/>
          </a:prstGeom>
        </p:spPr>
        <p:txBody>
          <a:bodyPr lIns="75259" tIns="75259" rIns="75259" bIns="75259"/>
          <a:lstStyle>
            <a:lvl1pPr marL="526226" marR="45167" indent="-480290" defTabSz="1294814">
              <a:spcBef>
                <a:spcPts val="1500"/>
              </a:spcBef>
              <a:buClr>
                <a:srgbClr val="0080FF"/>
              </a:buClr>
              <a:buSzPct val="75000"/>
              <a:buChar char=""/>
              <a:defRPr sz="26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1pPr>
            <a:lvl2pPr marL="938903" marR="45167" indent="-363802" defTabSz="1294814">
              <a:spcBef>
                <a:spcPts val="900"/>
              </a:spcBef>
              <a:buClr>
                <a:srgbClr val="0080FF"/>
              </a:buClr>
              <a:buSzPct val="100000"/>
              <a:buChar char="–"/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2pPr>
            <a:lvl3pPr marL="1404305" marR="45167" indent="-300037" defTabSz="1294814">
              <a:spcBef>
                <a:spcPts val="800"/>
              </a:spcBef>
              <a:buClr>
                <a:srgbClr val="0080FF"/>
              </a:buClr>
              <a:buSzPct val="58999"/>
              <a:buChar char=""/>
              <a:defRPr sz="1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3pPr>
            <a:lvl4pPr marL="1938234" marR="45167" indent="-304800" defTabSz="1294814">
              <a:buSzPct val="100000"/>
              <a:buChar char="–"/>
              <a:defRPr sz="16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4pPr>
            <a:lvl5pPr marL="2467401" marR="45167" indent="-304800" defTabSz="1294814">
              <a:buClr>
                <a:srgbClr val="0080FF"/>
              </a:buClr>
              <a:buSzPct val="50000"/>
              <a:buChar char=""/>
              <a:defRPr sz="16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33" name="Numero diapositiva"/>
          <p:cNvSpPr txBox="1"/>
          <p:nvPr>
            <p:ph type="sldNum" sz="quarter" idx="2"/>
          </p:nvPr>
        </p:nvSpPr>
        <p:spPr>
          <a:xfrm>
            <a:off x="11995464" y="11110148"/>
            <a:ext cx="391819" cy="407508"/>
          </a:xfrm>
          <a:prstGeom prst="rect">
            <a:avLst/>
          </a:prstGeom>
        </p:spPr>
        <p:txBody>
          <a:bodyPr lIns="75259" tIns="75259" rIns="75259" bIns="75259"/>
          <a:lstStyle>
            <a:lvl1pPr defTabSz="647407">
              <a:defRPr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Titolo Testo"/>
          <p:cNvSpPr txBox="1"/>
          <p:nvPr>
            <p:ph type="title"/>
          </p:nvPr>
        </p:nvSpPr>
        <p:spPr>
          <a:xfrm>
            <a:off x="1746014" y="2304814"/>
            <a:ext cx="20907024" cy="4635972"/>
          </a:xfrm>
          <a:prstGeom prst="rect">
            <a:avLst/>
          </a:prstGeom>
        </p:spPr>
        <p:txBody>
          <a:bodyPr anchor="b"/>
          <a:lstStyle>
            <a:lvl1pPr marL="0" marR="0" algn="ctr" defTabSz="828079">
              <a:defRPr sz="112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541" name="Corpo livello uno…"/>
          <p:cNvSpPr txBox="1"/>
          <p:nvPr>
            <p:ph type="body" sz="quarter" idx="1"/>
          </p:nvPr>
        </p:nvSpPr>
        <p:spPr>
          <a:xfrm>
            <a:off x="1746014" y="7061200"/>
            <a:ext cx="20907024" cy="1580445"/>
          </a:xfrm>
          <a:prstGeom prst="rect">
            <a:avLst/>
          </a:prstGeom>
        </p:spPr>
        <p:txBody>
          <a:bodyPr/>
          <a:lstStyle>
            <a:lvl1pPr marL="0" marR="0" indent="0" algn="ctr" defTabSz="828079">
              <a:spcBef>
                <a:spcPts val="0"/>
              </a:spcBef>
              <a:defRPr sz="46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828079">
              <a:spcBef>
                <a:spcPts val="0"/>
              </a:spcBef>
              <a:defRPr sz="46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828079">
              <a:spcBef>
                <a:spcPts val="0"/>
              </a:spcBef>
              <a:defRPr sz="46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828079">
              <a:spcBef>
                <a:spcPts val="0"/>
              </a:spcBef>
              <a:defRPr sz="46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828079">
              <a:spcBef>
                <a:spcPts val="0"/>
              </a:spcBef>
              <a:defRPr sz="4600"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42" name="Numero diapositiva"/>
          <p:cNvSpPr txBox="1"/>
          <p:nvPr>
            <p:ph type="sldNum" sz="quarter" idx="2"/>
          </p:nvPr>
        </p:nvSpPr>
        <p:spPr>
          <a:xfrm>
            <a:off x="11974218" y="13081941"/>
            <a:ext cx="412516" cy="437915"/>
          </a:xfrm>
          <a:prstGeom prst="rect">
            <a:avLst/>
          </a:prstGeom>
        </p:spPr>
        <p:txBody>
          <a:bodyPr/>
          <a:lstStyle>
            <a:lvl1pPr defTabSz="828079">
              <a:defRPr>
                <a:solidFill>
                  <a:srgbClr val="000000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 pagine intermedi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Immagine"/>
          <p:cNvSpPr/>
          <p:nvPr>
            <p:ph type="pic" sz="quarter" idx="21"/>
          </p:nvPr>
        </p:nvSpPr>
        <p:spPr>
          <a:xfrm>
            <a:off x="508000" y="736600"/>
            <a:ext cx="7366000" cy="4991100"/>
          </a:xfrm>
          <a:prstGeom prst="rect">
            <a:avLst/>
          </a:prstGeom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550" name="Immagine"/>
          <p:cNvSpPr/>
          <p:nvPr>
            <p:ph type="pic" sz="quarter" idx="22"/>
          </p:nvPr>
        </p:nvSpPr>
        <p:spPr>
          <a:xfrm>
            <a:off x="8509000" y="736600"/>
            <a:ext cx="7366000" cy="4991100"/>
          </a:xfrm>
          <a:prstGeom prst="rect">
            <a:avLst/>
          </a:prstGeom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551" name="Immagine"/>
          <p:cNvSpPr/>
          <p:nvPr>
            <p:ph type="pic" sz="quarter" idx="23"/>
          </p:nvPr>
        </p:nvSpPr>
        <p:spPr>
          <a:xfrm>
            <a:off x="16510000" y="736600"/>
            <a:ext cx="7366000" cy="4991100"/>
          </a:xfrm>
          <a:prstGeom prst="rect">
            <a:avLst/>
          </a:prstGeom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552" name="Immagine"/>
          <p:cNvSpPr/>
          <p:nvPr>
            <p:ph type="pic" sz="quarter" idx="24"/>
          </p:nvPr>
        </p:nvSpPr>
        <p:spPr>
          <a:xfrm>
            <a:off x="508000" y="6705600"/>
            <a:ext cx="7366000" cy="4991100"/>
          </a:xfrm>
          <a:prstGeom prst="rect">
            <a:avLst/>
          </a:prstGeom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553" name="Immagine"/>
          <p:cNvSpPr/>
          <p:nvPr>
            <p:ph type="pic" sz="quarter" idx="25"/>
          </p:nvPr>
        </p:nvSpPr>
        <p:spPr>
          <a:xfrm>
            <a:off x="8509000" y="6705600"/>
            <a:ext cx="7366000" cy="4991100"/>
          </a:xfrm>
          <a:prstGeom prst="rect">
            <a:avLst/>
          </a:prstGeom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554" name="Immagine"/>
          <p:cNvSpPr/>
          <p:nvPr>
            <p:ph type="pic" sz="quarter" idx="26"/>
          </p:nvPr>
        </p:nvSpPr>
        <p:spPr>
          <a:xfrm>
            <a:off x="16510000" y="6705600"/>
            <a:ext cx="7366000" cy="4991100"/>
          </a:xfrm>
          <a:prstGeom prst="rect">
            <a:avLst/>
          </a:prstGeom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555" name="Numero diapositiva"/>
          <p:cNvSpPr txBox="1"/>
          <p:nvPr>
            <p:ph type="sldNum" sz="quarter" idx="2"/>
          </p:nvPr>
        </p:nvSpPr>
        <p:spPr>
          <a:xfrm>
            <a:off x="11969750" y="13093700"/>
            <a:ext cx="419100" cy="4572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4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Titolo Testo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 lIns="50800" tIns="50800" rIns="50800" bIns="50800">
            <a:normAutofit fontScale="100000" lnSpcReduction="0"/>
          </a:bodyPr>
          <a:lstStyle>
            <a:lvl1pPr marL="0" marR="0" algn="ctr" defTabSz="825500">
              <a:defRPr sz="112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563" name="Corpo livello uno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</p:spPr>
        <p:txBody>
          <a:bodyPr lIns="50800" tIns="50800" rIns="50800" bIns="50800" anchor="ctr">
            <a:normAutofit fontScale="100000" lnSpcReduction="0"/>
          </a:bodyPr>
          <a:lstStyle>
            <a:lvl1pPr marL="635000" marR="0" indent="-635000" defTabSz="825500">
              <a:spcBef>
                <a:spcPts val="5900"/>
              </a:spcBef>
              <a:buSzPct val="75000"/>
              <a:buChar char="•"/>
              <a:defRPr sz="5200">
                <a:uFillTx/>
              </a:defRPr>
            </a:lvl1pPr>
            <a:lvl2pPr marL="1270000" marR="0" indent="-635000" defTabSz="825500">
              <a:spcBef>
                <a:spcPts val="5900"/>
              </a:spcBef>
              <a:buSzPct val="75000"/>
              <a:buChar char="•"/>
              <a:defRPr sz="5200">
                <a:uFillTx/>
              </a:defRPr>
            </a:lvl2pPr>
            <a:lvl3pPr marL="1905000" marR="0" indent="-635000" defTabSz="825500">
              <a:spcBef>
                <a:spcPts val="5900"/>
              </a:spcBef>
              <a:buSzPct val="75000"/>
              <a:buChar char="•"/>
              <a:defRPr sz="5200">
                <a:uFillTx/>
              </a:defRPr>
            </a:lvl3pPr>
            <a:lvl4pPr marL="2540000" marR="0" indent="-635000" defTabSz="825500">
              <a:spcBef>
                <a:spcPts val="5900"/>
              </a:spcBef>
              <a:buSzPct val="75000"/>
              <a:buChar char="•"/>
              <a:defRPr sz="5200">
                <a:uFillTx/>
              </a:defRPr>
            </a:lvl4pPr>
            <a:lvl5pPr marL="3175000" marR="0" indent="-635000" defTabSz="825500">
              <a:spcBef>
                <a:spcPts val="5900"/>
              </a:spcBef>
              <a:buSzPct val="75000"/>
              <a:buChar char="•"/>
              <a:defRPr sz="52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64" name="Numero diapositiva"/>
          <p:cNvSpPr txBox="1"/>
          <p:nvPr>
            <p:ph type="sldNum" sz="quarter" idx="2"/>
          </p:nvPr>
        </p:nvSpPr>
        <p:spPr>
          <a:xfrm>
            <a:off x="11959031" y="13081000"/>
            <a:ext cx="453238" cy="4699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 pagine intermedi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Immagine"/>
          <p:cNvSpPr/>
          <p:nvPr>
            <p:ph type="pic" sz="quarter" idx="21"/>
          </p:nvPr>
        </p:nvSpPr>
        <p:spPr>
          <a:xfrm>
            <a:off x="508000" y="736600"/>
            <a:ext cx="7366000" cy="4991100"/>
          </a:xfrm>
          <a:prstGeom prst="rect">
            <a:avLst/>
          </a:prstGeom>
          <a:ln w="6350">
            <a:solidFill>
              <a:srgbClr val="FFFFFF"/>
            </a:solidFill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572" name="Immagine"/>
          <p:cNvSpPr/>
          <p:nvPr>
            <p:ph type="pic" sz="quarter" idx="22"/>
          </p:nvPr>
        </p:nvSpPr>
        <p:spPr>
          <a:xfrm>
            <a:off x="8509000" y="736600"/>
            <a:ext cx="7366000" cy="4991100"/>
          </a:xfrm>
          <a:prstGeom prst="rect">
            <a:avLst/>
          </a:prstGeom>
          <a:ln w="6350">
            <a:solidFill>
              <a:srgbClr val="FFFFFF"/>
            </a:solidFill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573" name="Immagine"/>
          <p:cNvSpPr/>
          <p:nvPr>
            <p:ph type="pic" sz="quarter" idx="23"/>
          </p:nvPr>
        </p:nvSpPr>
        <p:spPr>
          <a:xfrm>
            <a:off x="16510000" y="736600"/>
            <a:ext cx="7366000" cy="4991100"/>
          </a:xfrm>
          <a:prstGeom prst="rect">
            <a:avLst/>
          </a:prstGeom>
          <a:ln w="6350">
            <a:solidFill>
              <a:srgbClr val="FFFFFF"/>
            </a:solidFill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574" name="Immagine"/>
          <p:cNvSpPr/>
          <p:nvPr>
            <p:ph type="pic" sz="quarter" idx="24"/>
          </p:nvPr>
        </p:nvSpPr>
        <p:spPr>
          <a:xfrm>
            <a:off x="508000" y="6705600"/>
            <a:ext cx="7366000" cy="4991100"/>
          </a:xfrm>
          <a:prstGeom prst="rect">
            <a:avLst/>
          </a:prstGeom>
          <a:ln w="6350">
            <a:solidFill>
              <a:srgbClr val="FFFFFF"/>
            </a:solidFill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575" name="Immagine"/>
          <p:cNvSpPr/>
          <p:nvPr>
            <p:ph type="pic" sz="quarter" idx="25"/>
          </p:nvPr>
        </p:nvSpPr>
        <p:spPr>
          <a:xfrm>
            <a:off x="8509000" y="6705600"/>
            <a:ext cx="7366000" cy="4991100"/>
          </a:xfrm>
          <a:prstGeom prst="rect">
            <a:avLst/>
          </a:prstGeom>
          <a:ln w="6350">
            <a:solidFill>
              <a:srgbClr val="FFFFFF"/>
            </a:solidFill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576" name="Immagine"/>
          <p:cNvSpPr/>
          <p:nvPr>
            <p:ph type="pic" sz="quarter" idx="26"/>
          </p:nvPr>
        </p:nvSpPr>
        <p:spPr>
          <a:xfrm>
            <a:off x="16510000" y="6705600"/>
            <a:ext cx="7366000" cy="4991100"/>
          </a:xfrm>
          <a:prstGeom prst="rect">
            <a:avLst/>
          </a:prstGeom>
          <a:ln w="6350">
            <a:solidFill>
              <a:srgbClr val="FFFFFF"/>
            </a:solidFill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577" name="Numero diapositiva"/>
          <p:cNvSpPr txBox="1"/>
          <p:nvPr>
            <p:ph type="sldNum" sz="quarter" idx="2"/>
          </p:nvPr>
        </p:nvSpPr>
        <p:spPr>
          <a:xfrm>
            <a:off x="11969750" y="13093700"/>
            <a:ext cx="419100" cy="4572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4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FONDO OK copia 1">
    <p:bg>
      <p:bgPr>
        <a:gradFill flip="none" rotWithShape="1">
          <a:gsLst>
            <a:gs pos="0">
              <a:srgbClr val="0A0046"/>
            </a:gs>
            <a:gs pos="100000">
              <a:srgbClr val="020115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Numero diapositiva"/>
          <p:cNvSpPr txBox="1"/>
          <p:nvPr>
            <p:ph type="sldNum" sz="quarter" idx="2"/>
          </p:nvPr>
        </p:nvSpPr>
        <p:spPr>
          <a:xfrm>
            <a:off x="18726487" y="12488905"/>
            <a:ext cx="477700" cy="469949"/>
          </a:xfrm>
          <a:prstGeom prst="rect">
            <a:avLst/>
          </a:prstGeom>
        </p:spPr>
        <p:txBody>
          <a:bodyPr lIns="105362" tIns="105362" rIns="105362" bIns="105362"/>
          <a:lstStyle>
            <a:lvl1pPr defTabSz="918414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 copia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Titolo Testo"/>
          <p:cNvSpPr txBox="1"/>
          <p:nvPr>
            <p:ph type="title"/>
          </p:nvPr>
        </p:nvSpPr>
        <p:spPr>
          <a:xfrm>
            <a:off x="1234598" y="1881"/>
            <a:ext cx="21933785" cy="3383601"/>
          </a:xfrm>
          <a:prstGeom prst="rect">
            <a:avLst/>
          </a:prstGeom>
        </p:spPr>
        <p:txBody>
          <a:bodyPr lIns="90311" tIns="90311" rIns="90311" bIns="90311"/>
          <a:lstStyle>
            <a:lvl1pPr marL="121296" marR="121296" algn="ctr" defTabSz="2350433">
              <a:defRPr sz="10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592" name="Corpo livello uno…"/>
          <p:cNvSpPr txBox="1"/>
          <p:nvPr>
            <p:ph type="body" idx="1"/>
          </p:nvPr>
        </p:nvSpPr>
        <p:spPr>
          <a:xfrm>
            <a:off x="1234598" y="3200533"/>
            <a:ext cx="21933785" cy="10513586"/>
          </a:xfrm>
          <a:prstGeom prst="rect">
            <a:avLst/>
          </a:prstGeom>
        </p:spPr>
        <p:txBody>
          <a:bodyPr lIns="90311" tIns="90311" rIns="90311" bIns="90311"/>
          <a:lstStyle>
            <a:lvl1pPr marL="763085" marR="121296" indent="-681996" defTabSz="2350433">
              <a:spcBef>
                <a:spcPts val="1900"/>
              </a:spcBef>
              <a:buSzPct val="100000"/>
              <a:buChar char="•"/>
              <a:defRPr sz="7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434684" marR="121296" indent="-567149" defTabSz="2350433">
              <a:spcBef>
                <a:spcPts val="1500"/>
              </a:spcBef>
              <a:buSzPct val="100000"/>
              <a:buChar char="–"/>
              <a:defRPr sz="6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2114566" marR="121296" indent="-462169" defTabSz="2350433">
              <a:spcBef>
                <a:spcPts val="1400"/>
              </a:spcBef>
              <a:buSzPct val="100000"/>
              <a:buChar char="•"/>
              <a:defRPr sz="5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881757" marR="121296" indent="-442912" defTabSz="2350433">
              <a:spcBef>
                <a:spcPts val="1100"/>
              </a:spcBef>
              <a:buSzPct val="100000"/>
              <a:buChar char="–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3668203" marR="121296" indent="-442912" defTabSz="2350433">
              <a:spcBef>
                <a:spcPts val="1100"/>
              </a:spcBef>
              <a:buSzPct val="100000"/>
              <a:buChar char="»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93" name="Numero diapositiva"/>
          <p:cNvSpPr txBox="1"/>
          <p:nvPr>
            <p:ph type="sldNum" sz="quarter" idx="2"/>
          </p:nvPr>
        </p:nvSpPr>
        <p:spPr>
          <a:xfrm>
            <a:off x="20044968" y="12488246"/>
            <a:ext cx="560606" cy="563521"/>
          </a:xfrm>
          <a:prstGeom prst="rect">
            <a:avLst/>
          </a:prstGeom>
        </p:spPr>
        <p:txBody>
          <a:bodyPr lIns="90311" tIns="90311" rIns="90311" bIns="90311"/>
          <a:lstStyle>
            <a:lvl1pPr defTabSz="692575">
              <a:defRPr sz="2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 copia 1">
    <p:bg>
      <p:bgPr>
        <a:solidFill>
          <a:srgbClr val="4349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itolo Testo"/>
          <p:cNvSpPr txBox="1"/>
          <p:nvPr>
            <p:ph type="title"/>
          </p:nvPr>
        </p:nvSpPr>
        <p:spPr>
          <a:xfrm>
            <a:off x="4560711" y="1297984"/>
            <a:ext cx="15232476" cy="2512853"/>
          </a:xfrm>
          <a:prstGeom prst="rect">
            <a:avLst/>
          </a:prstGeom>
        </p:spPr>
        <p:txBody>
          <a:bodyPr lIns="90311" tIns="90311" rIns="90311" bIns="90311"/>
          <a:lstStyle>
            <a:lvl1pPr marL="67733" marR="67733" algn="ctr" defTabSz="1520654">
              <a:defRPr sz="6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601" name="Corpo livello uno…"/>
          <p:cNvSpPr txBox="1"/>
          <p:nvPr>
            <p:ph type="body" sz="half" idx="1"/>
          </p:nvPr>
        </p:nvSpPr>
        <p:spPr>
          <a:xfrm>
            <a:off x="4560711" y="3810000"/>
            <a:ext cx="15232476" cy="8760178"/>
          </a:xfrm>
          <a:prstGeom prst="rect">
            <a:avLst/>
          </a:prstGeom>
        </p:spPr>
        <p:txBody>
          <a:bodyPr lIns="90311" tIns="90311" rIns="90311" bIns="90311"/>
          <a:lstStyle>
            <a:lvl1pPr marL="619477" marR="67733" indent="-563033" defTabSz="1520654">
              <a:spcBef>
                <a:spcPts val="1200"/>
              </a:spcBef>
              <a:buSzPct val="100000"/>
              <a:buChar char="•"/>
              <a:defRPr sz="4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137928" marR="67733" indent="-446484" defTabSz="1520654">
              <a:spcBef>
                <a:spcPts val="1000"/>
              </a:spcBef>
              <a:buSzPct val="100000"/>
              <a:buChar char="–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692790" marR="67733" indent="-366346" defTabSz="1520654">
              <a:spcBef>
                <a:spcPts val="900"/>
              </a:spcBef>
              <a:buSzPct val="100000"/>
              <a:buChar char="•"/>
              <a:defRPr sz="3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310695" marR="67733" indent="-349250" defTabSz="1520654">
              <a:spcBef>
                <a:spcPts val="700"/>
              </a:spcBef>
              <a:buSzPct val="100000"/>
              <a:buChar char="–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945693" marR="67733" indent="-349250" defTabSz="1520654">
              <a:spcBef>
                <a:spcPts val="700"/>
              </a:spcBef>
              <a:buSzPct val="100000"/>
              <a:buChar char="»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02" name="Numero diapositiva"/>
          <p:cNvSpPr txBox="1"/>
          <p:nvPr>
            <p:ph type="sldNum" sz="quarter" idx="2"/>
          </p:nvPr>
        </p:nvSpPr>
        <p:spPr>
          <a:xfrm>
            <a:off x="17640899" y="11550421"/>
            <a:ext cx="391091" cy="378006"/>
          </a:xfrm>
          <a:prstGeom prst="rect">
            <a:avLst/>
          </a:prstGeom>
        </p:spPr>
        <p:txBody>
          <a:bodyPr lIns="90311" tIns="90311" rIns="90311" bIns="90311"/>
          <a:lstStyle>
            <a:lvl1pPr defTabSz="767855">
              <a:defRPr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 copia 1">
    <p:bg>
      <p:bgPr>
        <a:solidFill>
          <a:srgbClr val="4349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Titolo Testo"/>
          <p:cNvSpPr txBox="1"/>
          <p:nvPr>
            <p:ph type="title"/>
          </p:nvPr>
        </p:nvSpPr>
        <p:spPr>
          <a:xfrm>
            <a:off x="4575762" y="1297984"/>
            <a:ext cx="15247528" cy="2512853"/>
          </a:xfrm>
          <a:prstGeom prst="rect">
            <a:avLst/>
          </a:prstGeom>
        </p:spPr>
        <p:txBody>
          <a:bodyPr lIns="90311" tIns="90311" rIns="90311" bIns="90311"/>
          <a:lstStyle>
            <a:lvl1pPr marL="67733" marR="67733" algn="ctr" defTabSz="1520654">
              <a:defRPr sz="6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610" name="Corpo livello uno…"/>
          <p:cNvSpPr txBox="1"/>
          <p:nvPr>
            <p:ph type="body" sz="half" idx="1"/>
          </p:nvPr>
        </p:nvSpPr>
        <p:spPr>
          <a:xfrm>
            <a:off x="4575762" y="3810000"/>
            <a:ext cx="15247528" cy="8760178"/>
          </a:xfrm>
          <a:prstGeom prst="rect">
            <a:avLst/>
          </a:prstGeom>
        </p:spPr>
        <p:txBody>
          <a:bodyPr lIns="90311" tIns="90311" rIns="90311" bIns="90311"/>
          <a:lstStyle>
            <a:lvl1pPr marL="607987" marR="67733" indent="-551542" defTabSz="1520654">
              <a:spcBef>
                <a:spcPts val="1200"/>
              </a:spcBef>
              <a:buSzPct val="100000"/>
              <a:buChar char="•"/>
              <a:defRPr sz="4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158356" marR="67733" indent="-466911" defTabSz="1520654">
              <a:spcBef>
                <a:spcPts val="1000"/>
              </a:spcBef>
              <a:buSzPct val="100000"/>
              <a:buChar char="–"/>
              <a:defRPr sz="4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683631" marR="67733" indent="-357187" defTabSz="1520654">
              <a:spcBef>
                <a:spcPts val="900"/>
              </a:spcBef>
              <a:buSzPct val="100000"/>
              <a:buChar char="•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336672" marR="67733" indent="-375227" defTabSz="1520654">
              <a:spcBef>
                <a:spcPts val="700"/>
              </a:spcBef>
              <a:buSzPct val="100000"/>
              <a:buChar char="–"/>
              <a:defRPr sz="2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971671" marR="67733" indent="-375227" defTabSz="1520654">
              <a:spcBef>
                <a:spcPts val="700"/>
              </a:spcBef>
              <a:buSzPct val="100000"/>
              <a:buChar char="»"/>
              <a:defRPr sz="2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11" name="Numero diapositiva"/>
          <p:cNvSpPr txBox="1"/>
          <p:nvPr>
            <p:ph type="sldNum" sz="quarter" idx="2"/>
          </p:nvPr>
        </p:nvSpPr>
        <p:spPr>
          <a:xfrm>
            <a:off x="17626774" y="11550421"/>
            <a:ext cx="419344" cy="402575"/>
          </a:xfrm>
          <a:prstGeom prst="rect">
            <a:avLst/>
          </a:prstGeom>
        </p:spPr>
        <p:txBody>
          <a:bodyPr lIns="90311" tIns="90311" rIns="90311" bIns="90311"/>
          <a:lstStyle>
            <a:lvl1pPr defTabSz="767855"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 copia 1">
    <p:bg>
      <p:bgPr>
        <a:solidFill>
          <a:srgbClr val="4349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Titolo Testo"/>
          <p:cNvSpPr txBox="1"/>
          <p:nvPr>
            <p:ph type="title"/>
          </p:nvPr>
        </p:nvSpPr>
        <p:spPr>
          <a:xfrm>
            <a:off x="3055525" y="185980"/>
            <a:ext cx="18288001" cy="3015424"/>
          </a:xfrm>
          <a:prstGeom prst="rect">
            <a:avLst/>
          </a:prstGeom>
        </p:spPr>
        <p:txBody>
          <a:bodyPr lIns="105362" tIns="105362" rIns="105362" bIns="105362"/>
          <a:lstStyle>
            <a:lvl1pPr marL="81280" marR="81280" algn="ctr" defTabSz="1821773">
              <a:defRPr sz="8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619" name="Corpo livello uno…"/>
          <p:cNvSpPr txBox="1"/>
          <p:nvPr>
            <p:ph type="body" idx="1"/>
          </p:nvPr>
        </p:nvSpPr>
        <p:spPr>
          <a:xfrm>
            <a:off x="3055525" y="3207925"/>
            <a:ext cx="18288001" cy="10506194"/>
          </a:xfrm>
          <a:prstGeom prst="rect">
            <a:avLst/>
          </a:prstGeom>
        </p:spPr>
        <p:txBody>
          <a:bodyPr lIns="105362" tIns="105362" rIns="105362" bIns="105362"/>
          <a:lstStyle>
            <a:lvl1pPr marL="727156" marR="81280" indent="-659423" defTabSz="1821773">
              <a:spcBef>
                <a:spcPts val="1400"/>
              </a:spcBef>
              <a:buSzPct val="100000"/>
              <a:buChar char="•"/>
              <a:defRPr sz="6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392574" marR="81280" indent="-562840" defTabSz="1821773">
              <a:spcBef>
                <a:spcPts val="1200"/>
              </a:spcBef>
              <a:buSzPct val="100000"/>
              <a:buChar char="–"/>
              <a:defRPr sz="5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2029882" marR="81280" indent="-438150" defTabSz="1821773">
              <a:spcBef>
                <a:spcPts val="1100"/>
              </a:spcBef>
              <a:buSzPct val="100000"/>
              <a:buChar char="•"/>
              <a:defRPr sz="4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782357" marR="81280" indent="-428625" defTabSz="1821773">
              <a:spcBef>
                <a:spcPts val="900"/>
              </a:spcBef>
              <a:buSzPct val="100000"/>
              <a:buChar char="–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3544358" marR="81280" indent="-428625" defTabSz="1821773">
              <a:spcBef>
                <a:spcPts val="900"/>
              </a:spcBef>
              <a:buSzPct val="100000"/>
              <a:buChar char="»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20" name="Numero diapositiva"/>
          <p:cNvSpPr txBox="1"/>
          <p:nvPr>
            <p:ph type="sldNum" sz="quarter" idx="2"/>
          </p:nvPr>
        </p:nvSpPr>
        <p:spPr>
          <a:xfrm>
            <a:off x="18698231" y="12488905"/>
            <a:ext cx="534205" cy="531786"/>
          </a:xfrm>
          <a:prstGeom prst="rect">
            <a:avLst/>
          </a:prstGeom>
        </p:spPr>
        <p:txBody>
          <a:bodyPr lIns="105362" tIns="105362" rIns="105362" bIns="105362"/>
          <a:lstStyle>
            <a:lvl1pPr defTabSz="918414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 copia 2">
    <p:bg>
      <p:bgPr>
        <a:solidFill>
          <a:srgbClr val="4349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Titolo Testo"/>
          <p:cNvSpPr txBox="1"/>
          <p:nvPr>
            <p:ph type="title"/>
          </p:nvPr>
        </p:nvSpPr>
        <p:spPr>
          <a:xfrm>
            <a:off x="4575762" y="1297984"/>
            <a:ext cx="15247528" cy="2512853"/>
          </a:xfrm>
          <a:prstGeom prst="rect">
            <a:avLst/>
          </a:prstGeom>
        </p:spPr>
        <p:txBody>
          <a:bodyPr lIns="90311" tIns="90311" rIns="90311" bIns="90311"/>
          <a:lstStyle>
            <a:lvl1pPr marL="67733" marR="67733" algn="ctr" defTabSz="1520654">
              <a:defRPr sz="6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628" name="Corpo livello uno…"/>
          <p:cNvSpPr txBox="1"/>
          <p:nvPr>
            <p:ph type="body" sz="half" idx="1"/>
          </p:nvPr>
        </p:nvSpPr>
        <p:spPr>
          <a:xfrm>
            <a:off x="4575762" y="3810000"/>
            <a:ext cx="15247528" cy="8760178"/>
          </a:xfrm>
          <a:prstGeom prst="rect">
            <a:avLst/>
          </a:prstGeom>
        </p:spPr>
        <p:txBody>
          <a:bodyPr lIns="90311" tIns="90311" rIns="90311" bIns="90311"/>
          <a:lstStyle>
            <a:lvl1pPr marL="607987" marR="67733" indent="-551542" defTabSz="1520654">
              <a:spcBef>
                <a:spcPts val="1200"/>
              </a:spcBef>
              <a:buSzPct val="100000"/>
              <a:buChar char="•"/>
              <a:defRPr sz="4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158356" marR="67733" indent="-466911" defTabSz="1520654">
              <a:spcBef>
                <a:spcPts val="1000"/>
              </a:spcBef>
              <a:buSzPct val="100000"/>
              <a:buChar char="–"/>
              <a:defRPr sz="4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683631" marR="67733" indent="-357187" defTabSz="1520654">
              <a:spcBef>
                <a:spcPts val="900"/>
              </a:spcBef>
              <a:buSzPct val="100000"/>
              <a:buChar char="•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336672" marR="67733" indent="-375227" defTabSz="1520654">
              <a:spcBef>
                <a:spcPts val="700"/>
              </a:spcBef>
              <a:buSzPct val="100000"/>
              <a:buChar char="–"/>
              <a:defRPr sz="2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971671" marR="67733" indent="-375227" defTabSz="1520654">
              <a:spcBef>
                <a:spcPts val="700"/>
              </a:spcBef>
              <a:buSzPct val="100000"/>
              <a:buChar char="»"/>
              <a:defRPr sz="2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29" name="Numero diapositiva"/>
          <p:cNvSpPr txBox="1"/>
          <p:nvPr>
            <p:ph type="sldNum" sz="quarter" idx="2"/>
          </p:nvPr>
        </p:nvSpPr>
        <p:spPr>
          <a:xfrm>
            <a:off x="17626774" y="11550421"/>
            <a:ext cx="419344" cy="402575"/>
          </a:xfrm>
          <a:prstGeom prst="rect">
            <a:avLst/>
          </a:prstGeom>
        </p:spPr>
        <p:txBody>
          <a:bodyPr lIns="90311" tIns="90311" rIns="90311" bIns="90311"/>
          <a:lstStyle>
            <a:lvl1pPr defTabSz="767855"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Titolo Testo"/>
          <p:cNvSpPr txBox="1"/>
          <p:nvPr>
            <p:ph type="title"/>
          </p:nvPr>
        </p:nvSpPr>
        <p:spPr>
          <a:xfrm>
            <a:off x="4018844" y="2304814"/>
            <a:ext cx="16361363" cy="4651024"/>
          </a:xfrm>
          <a:prstGeom prst="rect">
            <a:avLst/>
          </a:prstGeom>
        </p:spPr>
        <p:txBody>
          <a:bodyPr lIns="75259" tIns="75259" rIns="75259" bIns="75259" anchor="b"/>
          <a:lstStyle>
            <a:lvl1pPr marL="0" marR="0" algn="ctr" defTabSz="828079">
              <a:defRPr sz="112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637" name="Corpo livello uno…"/>
          <p:cNvSpPr txBox="1"/>
          <p:nvPr>
            <p:ph type="body" sz="quarter" idx="1"/>
          </p:nvPr>
        </p:nvSpPr>
        <p:spPr>
          <a:xfrm>
            <a:off x="4018844" y="7076251"/>
            <a:ext cx="16361363" cy="1580446"/>
          </a:xfrm>
          <a:prstGeom prst="rect">
            <a:avLst/>
          </a:prstGeom>
        </p:spPr>
        <p:txBody>
          <a:bodyPr lIns="75259" tIns="75259" rIns="75259" bIns="75259"/>
          <a:lstStyle>
            <a:lvl1pPr marL="0" marR="0" indent="0" algn="ctr" defTabSz="828079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828079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828079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828079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828079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38" name="Numero diapositiva"/>
          <p:cNvSpPr txBox="1"/>
          <p:nvPr>
            <p:ph type="sldNum" sz="quarter" idx="2"/>
          </p:nvPr>
        </p:nvSpPr>
        <p:spPr>
          <a:xfrm>
            <a:off x="11972103" y="13036785"/>
            <a:ext cx="442619" cy="468020"/>
          </a:xfrm>
          <a:prstGeom prst="rect">
            <a:avLst/>
          </a:prstGeom>
        </p:spPr>
        <p:txBody>
          <a:bodyPr lIns="75259" tIns="75259" rIns="75259" bIns="75259"/>
          <a:lstStyle>
            <a:lvl1pPr defTabSz="828079">
              <a:defRPr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Titolo Testo"/>
          <p:cNvSpPr txBox="1"/>
          <p:nvPr>
            <p:ph type="title"/>
          </p:nvPr>
        </p:nvSpPr>
        <p:spPr>
          <a:xfrm>
            <a:off x="4787900" y="1452181"/>
            <a:ext cx="14820900" cy="2443164"/>
          </a:xfrm>
          <a:prstGeom prst="rect">
            <a:avLst/>
          </a:prstGeom>
        </p:spPr>
        <p:txBody>
          <a:bodyPr lIns="76200" tIns="76200" rIns="76200" bIns="76200"/>
          <a:lstStyle>
            <a:lvl1pPr marL="65836" marR="65836" algn="ctr" defTabSz="1524000">
              <a:defRPr sz="5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646" name="Corpo livello uno…"/>
          <p:cNvSpPr txBox="1"/>
          <p:nvPr>
            <p:ph type="body" sz="half" idx="1"/>
          </p:nvPr>
        </p:nvSpPr>
        <p:spPr>
          <a:xfrm>
            <a:off x="4787900" y="3886200"/>
            <a:ext cx="14820900" cy="8534400"/>
          </a:xfrm>
          <a:prstGeom prst="rect">
            <a:avLst/>
          </a:prstGeom>
        </p:spPr>
        <p:txBody>
          <a:bodyPr lIns="76200" tIns="76200" rIns="76200" bIns="76200"/>
          <a:lstStyle>
            <a:lvl1pPr marL="524763" marR="65836" indent="-469900" defTabSz="1524000">
              <a:spcBef>
                <a:spcPts val="1200"/>
              </a:spcBef>
              <a:buSzPct val="100000"/>
              <a:buChar char="•"/>
              <a:defRPr sz="3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053083" marR="65836" indent="-381000" defTabSz="1524000">
              <a:spcBef>
                <a:spcPts val="1000"/>
              </a:spcBef>
              <a:buSzPct val="100000"/>
              <a:buChar char="–"/>
              <a:defRPr sz="3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606803" marR="65836" indent="-317500" defTabSz="1524000">
              <a:spcBef>
                <a:spcPts val="900"/>
              </a:spcBef>
              <a:buSzPct val="100000"/>
              <a:buChar char="•"/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224023" marR="65836" indent="-317500" defTabSz="1524000">
              <a:spcBef>
                <a:spcPts val="700"/>
              </a:spcBef>
              <a:buSzPct val="100000"/>
              <a:buChar char="–"/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841244" marR="65836" indent="-317500" defTabSz="1524000">
              <a:spcBef>
                <a:spcPts val="700"/>
              </a:spcBef>
              <a:buSzPct val="100000"/>
              <a:buChar char="»"/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47" name="Numero diapositiva"/>
          <p:cNvSpPr txBox="1"/>
          <p:nvPr>
            <p:ph type="sldNum" sz="quarter" idx="2"/>
          </p:nvPr>
        </p:nvSpPr>
        <p:spPr>
          <a:xfrm>
            <a:off x="17487262" y="11420285"/>
            <a:ext cx="362869" cy="349785"/>
          </a:xfrm>
          <a:prstGeom prst="rect">
            <a:avLst/>
          </a:prstGeom>
        </p:spPr>
        <p:txBody>
          <a:bodyPr lIns="76200" tIns="76200" rIns="76200" bIns="76200"/>
          <a:lstStyle>
            <a:lvl1pPr defTabSz="736600">
              <a:defRPr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55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63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71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79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87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95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03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11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19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ortice">
    <p:bg>
      <p:bgPr>
        <a:gradFill flip="none" rotWithShape="1">
          <a:gsLst>
            <a:gs pos="0">
              <a:srgbClr val="0329D6"/>
            </a:gs>
            <a:gs pos="100000">
              <a:srgbClr val="111278"/>
            </a:gs>
          </a:gsLst>
          <a:lin ang="189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Titolo Testo"/>
          <p:cNvSpPr txBox="1"/>
          <p:nvPr>
            <p:ph type="title"/>
          </p:nvPr>
        </p:nvSpPr>
        <p:spPr>
          <a:xfrm>
            <a:off x="2540000" y="0"/>
            <a:ext cx="17272000" cy="3200400"/>
          </a:xfrm>
          <a:prstGeom prst="rect">
            <a:avLst/>
          </a:prstGeom>
        </p:spPr>
        <p:txBody>
          <a:bodyPr lIns="88900" tIns="88900" rIns="88900" bIns="88900" anchor="b"/>
          <a:lstStyle>
            <a:lvl1pPr marL="79376" marR="79376" algn="ctr" defTabSz="1828800">
              <a:defRPr sz="8600">
                <a:solidFill>
                  <a:srgbClr val="FFFDA9"/>
                </a:solidFill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uFill>
                  <a:solidFill>
                    <a:srgbClr val="FFFDA9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727" name="Corpo livello uno…"/>
          <p:cNvSpPr txBox="1"/>
          <p:nvPr>
            <p:ph type="body" idx="1"/>
          </p:nvPr>
        </p:nvSpPr>
        <p:spPr>
          <a:xfrm>
            <a:off x="3556000" y="3962400"/>
            <a:ext cx="17272000" cy="9753600"/>
          </a:xfrm>
          <a:prstGeom prst="rect">
            <a:avLst/>
          </a:prstGeom>
        </p:spPr>
        <p:txBody>
          <a:bodyPr lIns="88900" tIns="88900" rIns="88900" bIns="88900"/>
          <a:lstStyle>
            <a:lvl1pPr marL="637646" marR="79376" indent="-571500" defTabSz="1828800">
              <a:spcBef>
                <a:spcPts val="1600"/>
              </a:spcBef>
              <a:buClr>
                <a:srgbClr val="0080FF"/>
              </a:buClr>
              <a:buSzPct val="75000"/>
              <a:buChar char=""/>
              <a:defRPr sz="62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1pPr>
            <a:lvl2pPr marL="1304396" marR="79376" indent="-476250" defTabSz="1828800">
              <a:spcBef>
                <a:spcPts val="1300"/>
              </a:spcBef>
              <a:buClr>
                <a:srgbClr val="0080FF"/>
              </a:buClr>
              <a:buSzPct val="100000"/>
              <a:buChar char="–"/>
              <a:defRPr sz="54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2pPr>
            <a:lvl3pPr marL="1971146" marR="79376" indent="-381000" defTabSz="1828800">
              <a:spcBef>
                <a:spcPts val="1100"/>
              </a:spcBef>
              <a:buClr>
                <a:srgbClr val="0080FF"/>
              </a:buClr>
              <a:buSzPct val="58999"/>
              <a:buChar char=""/>
              <a:defRPr sz="4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3pPr>
            <a:lvl4pPr marL="2733145" marR="79376" indent="-381000" defTabSz="1828800">
              <a:spcBef>
                <a:spcPts val="1000"/>
              </a:spcBef>
              <a:buSzPct val="100000"/>
              <a:buChar char="–"/>
              <a:defRPr sz="3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4pPr>
            <a:lvl5pPr marL="3495145" marR="79376" indent="-381000" defTabSz="1828800">
              <a:spcBef>
                <a:spcPts val="1000"/>
              </a:spcBef>
              <a:buClr>
                <a:srgbClr val="0080FF"/>
              </a:buClr>
              <a:buSzPct val="50000"/>
              <a:buChar char=""/>
              <a:defRPr sz="3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28" name="Numero diapositiva"/>
          <p:cNvSpPr txBox="1"/>
          <p:nvPr>
            <p:ph type="sldNum" sz="quarter" idx="2"/>
          </p:nvPr>
        </p:nvSpPr>
        <p:spPr>
          <a:xfrm>
            <a:off x="11789833" y="12954000"/>
            <a:ext cx="800101" cy="850404"/>
          </a:xfrm>
          <a:prstGeom prst="rect">
            <a:avLst/>
          </a:prstGeom>
        </p:spPr>
        <p:txBody>
          <a:bodyPr lIns="88900" tIns="88900" rIns="88900" bIns="88900"/>
          <a:lstStyle>
            <a:lvl1pPr defTabSz="914400">
              <a:defRPr sz="4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36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44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52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60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68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Corpo livello uno…"/>
          <p:cNvSpPr txBox="1"/>
          <p:nvPr>
            <p:ph type="body" idx="1"/>
          </p:nvPr>
        </p:nvSpPr>
        <p:spPr>
          <a:xfrm>
            <a:off x="2387600" y="1778000"/>
            <a:ext cx="19646900" cy="101346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889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333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778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225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667000" marR="0" indent="-571500" defTabSz="787400">
              <a:spcBef>
                <a:spcPts val="67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76" name="Numero diapositiva"/>
          <p:cNvSpPr txBox="1"/>
          <p:nvPr>
            <p:ph type="sldNum" sz="quarter" idx="2"/>
          </p:nvPr>
        </p:nvSpPr>
        <p:spPr>
          <a:xfrm>
            <a:off x="11990457" y="13144500"/>
            <a:ext cx="342901" cy="368300"/>
          </a:xfrm>
          <a:prstGeom prst="rect">
            <a:avLst/>
          </a:prstGeom>
        </p:spPr>
        <p:txBody>
          <a:bodyPr lIns="50800" tIns="50800" rIns="50800" bIns="50800"/>
          <a:lstStyle>
            <a:lvl1pPr defTabSz="787400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ortice">
    <p:bg>
      <p:bgPr>
        <a:gradFill flip="none" rotWithShape="1">
          <a:gsLst>
            <a:gs pos="0">
              <a:srgbClr val="0329D6"/>
            </a:gs>
            <a:gs pos="100000">
              <a:srgbClr val="111278"/>
            </a:gs>
          </a:gsLst>
          <a:lin ang="189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Titolo Testo"/>
          <p:cNvSpPr txBox="1"/>
          <p:nvPr>
            <p:ph type="title"/>
          </p:nvPr>
        </p:nvSpPr>
        <p:spPr>
          <a:xfrm>
            <a:off x="2540000" y="0"/>
            <a:ext cx="17272000" cy="3200400"/>
          </a:xfrm>
          <a:prstGeom prst="rect">
            <a:avLst/>
          </a:prstGeom>
        </p:spPr>
        <p:txBody>
          <a:bodyPr lIns="88900" tIns="88900" rIns="88900" bIns="88900" anchor="b"/>
          <a:lstStyle>
            <a:lvl1pPr marL="79376" marR="79376" algn="ctr" defTabSz="1828800">
              <a:defRPr sz="8600">
                <a:solidFill>
                  <a:srgbClr val="FFFDA9"/>
                </a:solidFill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uFill>
                  <a:solidFill>
                    <a:srgbClr val="FFFDA9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784" name="Corpo livello uno…"/>
          <p:cNvSpPr txBox="1"/>
          <p:nvPr>
            <p:ph type="body" idx="1"/>
          </p:nvPr>
        </p:nvSpPr>
        <p:spPr>
          <a:xfrm>
            <a:off x="3556000" y="3962400"/>
            <a:ext cx="17272000" cy="9753600"/>
          </a:xfrm>
          <a:prstGeom prst="rect">
            <a:avLst/>
          </a:prstGeom>
        </p:spPr>
        <p:txBody>
          <a:bodyPr lIns="88900" tIns="88900" rIns="88900" bIns="88900"/>
          <a:lstStyle>
            <a:lvl1pPr marL="637646" marR="79376" indent="-571500" defTabSz="1828800">
              <a:spcBef>
                <a:spcPts val="1600"/>
              </a:spcBef>
              <a:buClr>
                <a:srgbClr val="0080FF"/>
              </a:buClr>
              <a:buSzPct val="75000"/>
              <a:buChar char=""/>
              <a:defRPr sz="62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1pPr>
            <a:lvl2pPr marL="1304396" marR="79376" indent="-476250" defTabSz="1828800">
              <a:spcBef>
                <a:spcPts val="1300"/>
              </a:spcBef>
              <a:buClr>
                <a:srgbClr val="0080FF"/>
              </a:buClr>
              <a:buSzPct val="100000"/>
              <a:buFont typeface="Tahoma"/>
              <a:buChar char="–"/>
              <a:defRPr sz="54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2pPr>
            <a:lvl3pPr marL="1971146" marR="79376" indent="-381000" defTabSz="1828800">
              <a:spcBef>
                <a:spcPts val="1100"/>
              </a:spcBef>
              <a:buClr>
                <a:srgbClr val="0080FF"/>
              </a:buClr>
              <a:buSzPct val="58999"/>
              <a:buChar char=""/>
              <a:defRPr sz="4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3pPr>
            <a:lvl4pPr marL="2733145" marR="79376" indent="-381000" defTabSz="1828800">
              <a:spcBef>
                <a:spcPts val="1000"/>
              </a:spcBef>
              <a:buSzPct val="100000"/>
              <a:buChar char="–"/>
              <a:defRPr sz="3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4pPr>
            <a:lvl5pPr marL="3495145" marR="79376" indent="-381000" defTabSz="1828800">
              <a:spcBef>
                <a:spcPts val="1000"/>
              </a:spcBef>
              <a:buClr>
                <a:srgbClr val="0080FF"/>
              </a:buClr>
              <a:buSzPct val="50000"/>
              <a:buChar char=""/>
              <a:defRPr sz="3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85" name="Numero diapositiva"/>
          <p:cNvSpPr txBox="1"/>
          <p:nvPr>
            <p:ph type="sldNum" sz="quarter" idx="2"/>
          </p:nvPr>
        </p:nvSpPr>
        <p:spPr>
          <a:xfrm>
            <a:off x="11789833" y="12954000"/>
            <a:ext cx="800101" cy="850404"/>
          </a:xfrm>
          <a:prstGeom prst="rect">
            <a:avLst/>
          </a:prstGeom>
        </p:spPr>
        <p:txBody>
          <a:bodyPr lIns="88900" tIns="88900" rIns="88900" bIns="88900"/>
          <a:lstStyle>
            <a:lvl1pPr defTabSz="914400">
              <a:defRPr sz="4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 pagina inizial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Testo"/>
          <p:cNvSpPr txBox="1"/>
          <p:nvPr/>
        </p:nvSpPr>
        <p:spPr>
          <a:xfrm>
            <a:off x="11353800" y="6400800"/>
            <a:ext cx="1680816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5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Testo</a:t>
            </a:r>
          </a:p>
        </p:txBody>
      </p:sp>
      <p:sp>
        <p:nvSpPr>
          <p:cNvPr id="793" name="Testo"/>
          <p:cNvSpPr txBox="1"/>
          <p:nvPr/>
        </p:nvSpPr>
        <p:spPr>
          <a:xfrm>
            <a:off x="11480800" y="6527800"/>
            <a:ext cx="1680816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5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Testo</a:t>
            </a:r>
          </a:p>
        </p:txBody>
      </p:sp>
      <p:sp>
        <p:nvSpPr>
          <p:cNvPr id="794" name="Testo"/>
          <p:cNvSpPr txBox="1"/>
          <p:nvPr>
            <p:ph type="body" sz="quarter" idx="21"/>
          </p:nvPr>
        </p:nvSpPr>
        <p:spPr>
          <a:xfrm>
            <a:off x="12877800" y="8750300"/>
            <a:ext cx="2413000" cy="520700"/>
          </a:xfrm>
          <a:prstGeom prst="rect">
            <a:avLst/>
          </a:prstGeom>
        </p:spPr>
        <p:txBody>
          <a:bodyPr lIns="50800" tIns="50800" rIns="50800" bIns="50800" anchor="ctr">
            <a:spAutoFit/>
          </a:bodyPr>
          <a:lstStyle>
            <a:lvl1pPr marL="0" marR="0" indent="0" algn="ctr" defTabSz="825500">
              <a:spcBef>
                <a:spcPts val="0"/>
              </a:spcBef>
              <a:defRPr b="1" sz="2800">
                <a:solidFill>
                  <a:srgbClr val="FFF76B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>
              <a:defRPr b="0" sz="5600">
                <a:solidFill>
                  <a:srgbClr val="FFFFFF"/>
                </a:solidFill>
              </a:defRPr>
            </a:pPr>
            <a:r>
              <a:rPr b="1" sz="2800">
                <a:solidFill>
                  <a:srgbClr val="FFF76B"/>
                </a:solidFill>
              </a:rPr>
              <a:t>Testo</a:t>
            </a:r>
          </a:p>
        </p:txBody>
      </p:sp>
      <p:sp>
        <p:nvSpPr>
          <p:cNvPr id="795" name="Immagine"/>
          <p:cNvSpPr/>
          <p:nvPr>
            <p:ph type="pic" sz="half" idx="22"/>
          </p:nvPr>
        </p:nvSpPr>
        <p:spPr>
          <a:xfrm>
            <a:off x="279400" y="977894"/>
            <a:ext cx="14922500" cy="7277101"/>
          </a:xfrm>
          <a:prstGeom prst="rect">
            <a:avLst/>
          </a:prstGeom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796" name="Immagine"/>
          <p:cNvSpPr/>
          <p:nvPr>
            <p:ph type="pic" sz="quarter" idx="23"/>
          </p:nvPr>
        </p:nvSpPr>
        <p:spPr>
          <a:xfrm>
            <a:off x="16090900" y="939800"/>
            <a:ext cx="7467600" cy="4953000"/>
          </a:xfrm>
          <a:prstGeom prst="rect">
            <a:avLst/>
          </a:prstGeom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797" name="Immagine"/>
          <p:cNvSpPr/>
          <p:nvPr>
            <p:ph type="pic" sz="quarter" idx="24"/>
          </p:nvPr>
        </p:nvSpPr>
        <p:spPr>
          <a:xfrm>
            <a:off x="16090900" y="7340600"/>
            <a:ext cx="7467600" cy="4953000"/>
          </a:xfrm>
          <a:prstGeom prst="rect">
            <a:avLst/>
          </a:prstGeom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798" name="Titolo Testo"/>
          <p:cNvSpPr txBox="1"/>
          <p:nvPr>
            <p:ph type="title"/>
          </p:nvPr>
        </p:nvSpPr>
        <p:spPr>
          <a:xfrm>
            <a:off x="127000" y="9410700"/>
            <a:ext cx="11531600" cy="914400"/>
          </a:xfrm>
          <a:prstGeom prst="rect">
            <a:avLst/>
          </a:prstGeom>
        </p:spPr>
        <p:txBody>
          <a:bodyPr lIns="50800" tIns="50800" rIns="50800" bIns="50800"/>
          <a:lstStyle>
            <a:lvl1pPr marL="0" marR="0" algn="ctr" defTabSz="825500">
              <a:defRPr sz="56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799" name="Corpo livello uno…"/>
          <p:cNvSpPr txBox="1"/>
          <p:nvPr>
            <p:ph type="body" sz="quarter" idx="1"/>
          </p:nvPr>
        </p:nvSpPr>
        <p:spPr>
          <a:xfrm>
            <a:off x="1130300" y="11544300"/>
            <a:ext cx="4394200" cy="914400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825500">
              <a:spcBef>
                <a:spcPts val="0"/>
              </a:spcBef>
              <a:defRPr sz="48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00" name="Numero diapositiva"/>
          <p:cNvSpPr txBox="1"/>
          <p:nvPr>
            <p:ph type="sldNum" sz="quarter" idx="2"/>
          </p:nvPr>
        </p:nvSpPr>
        <p:spPr>
          <a:xfrm>
            <a:off x="11969750" y="13093700"/>
            <a:ext cx="419100" cy="4572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4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ortice copia">
    <p:bg>
      <p:bgPr>
        <a:gradFill flip="none" rotWithShape="1">
          <a:gsLst>
            <a:gs pos="0">
              <a:srgbClr val="0329D6"/>
            </a:gs>
            <a:gs pos="100000">
              <a:srgbClr val="111278"/>
            </a:gs>
          </a:gsLst>
          <a:lin ang="189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Titolo Testo"/>
          <p:cNvSpPr txBox="1"/>
          <p:nvPr>
            <p:ph type="title"/>
          </p:nvPr>
        </p:nvSpPr>
        <p:spPr>
          <a:xfrm>
            <a:off x="5493925" y="2079037"/>
            <a:ext cx="12011379" cy="2227675"/>
          </a:xfrm>
          <a:prstGeom prst="rect">
            <a:avLst/>
          </a:prstGeom>
        </p:spPr>
        <p:txBody>
          <a:bodyPr lIns="75259" tIns="75259" rIns="75259" bIns="75259" anchor="b"/>
          <a:lstStyle>
            <a:lvl1pPr marL="45167" marR="45167" algn="ctr" defTabSz="1294814">
              <a:defRPr sz="4600">
                <a:solidFill>
                  <a:srgbClr val="FFFDA9"/>
                </a:solidFill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uFill>
                  <a:solidFill>
                    <a:srgbClr val="FFFDA9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808" name="Corpo livello uno…"/>
          <p:cNvSpPr txBox="1"/>
          <p:nvPr>
            <p:ph type="body" sz="half" idx="1"/>
          </p:nvPr>
        </p:nvSpPr>
        <p:spPr>
          <a:xfrm>
            <a:off x="6201362" y="4848577"/>
            <a:ext cx="12011379" cy="6773334"/>
          </a:xfrm>
          <a:prstGeom prst="rect">
            <a:avLst/>
          </a:prstGeom>
        </p:spPr>
        <p:txBody>
          <a:bodyPr lIns="75259" tIns="75259" rIns="75259" bIns="75259"/>
          <a:lstStyle>
            <a:lvl1pPr marL="514858" marR="45167" indent="-468923" defTabSz="1294814">
              <a:spcBef>
                <a:spcPts val="1400"/>
              </a:spcBef>
              <a:buClr>
                <a:srgbClr val="0080FF"/>
              </a:buClr>
              <a:buSzPct val="75000"/>
              <a:buChar char=""/>
              <a:defRPr sz="30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1pPr>
            <a:lvl2pPr marL="965963" marR="45167" indent="-390861" defTabSz="1294814">
              <a:spcBef>
                <a:spcPts val="900"/>
              </a:spcBef>
              <a:buClr>
                <a:srgbClr val="0080FF"/>
              </a:buClr>
              <a:buSzPct val="100000"/>
              <a:buChar char="–"/>
              <a:defRPr sz="26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2pPr>
            <a:lvl3pPr marL="1397638" marR="45167" indent="-293369" defTabSz="1294814">
              <a:spcBef>
                <a:spcPts val="800"/>
              </a:spcBef>
              <a:buClr>
                <a:srgbClr val="0080FF"/>
              </a:buClr>
              <a:buSzPct val="58999"/>
              <a:buChar char=""/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3pPr>
            <a:lvl4pPr marL="1933472" marR="45167" indent="-300037" defTabSz="1294814">
              <a:buSzPct val="100000"/>
              <a:buChar char="–"/>
              <a:defRPr sz="1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4pPr>
            <a:lvl5pPr marL="2462639" marR="45167" indent="-300037" defTabSz="1294814">
              <a:buClr>
                <a:srgbClr val="0080FF"/>
              </a:buClr>
              <a:buSzPct val="50000"/>
              <a:buChar char=""/>
              <a:defRPr sz="1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09" name="Numero diapositiva"/>
          <p:cNvSpPr txBox="1"/>
          <p:nvPr>
            <p:ph type="sldNum" sz="quarter" idx="2"/>
          </p:nvPr>
        </p:nvSpPr>
        <p:spPr>
          <a:xfrm>
            <a:off x="11970910" y="11095096"/>
            <a:ext cx="442620" cy="468850"/>
          </a:xfrm>
          <a:prstGeom prst="rect">
            <a:avLst/>
          </a:prstGeom>
        </p:spPr>
        <p:txBody>
          <a:bodyPr lIns="75259" tIns="75259" rIns="75259" bIns="75259"/>
          <a:lstStyle>
            <a:lvl1pPr defTabSz="632351"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Titolo Testo"/>
          <p:cNvSpPr txBox="1"/>
          <p:nvPr>
            <p:ph type="title"/>
          </p:nvPr>
        </p:nvSpPr>
        <p:spPr>
          <a:xfrm>
            <a:off x="2316479" y="184149"/>
            <a:ext cx="19751042" cy="3016251"/>
          </a:xfrm>
          <a:prstGeom prst="rect">
            <a:avLst/>
          </a:prstGeom>
        </p:spPr>
        <p:txBody>
          <a:bodyPr lIns="60960" tIns="60960" rIns="60960" bIns="60960">
            <a:normAutofit fontScale="100000" lnSpcReduction="0"/>
          </a:bodyPr>
          <a:lstStyle>
            <a:lvl1pPr marL="0" marR="81279" indent="67733" algn="ctr" defTabSz="1828800">
              <a:defRPr sz="8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817" name="Corpo livello uno…"/>
          <p:cNvSpPr txBox="1"/>
          <p:nvPr>
            <p:ph type="body" idx="1"/>
          </p:nvPr>
        </p:nvSpPr>
        <p:spPr>
          <a:xfrm>
            <a:off x="2316479" y="3200399"/>
            <a:ext cx="19751042" cy="10515602"/>
          </a:xfrm>
          <a:prstGeom prst="rect">
            <a:avLst/>
          </a:prstGeom>
        </p:spPr>
        <p:txBody>
          <a:bodyPr lIns="60960" tIns="60960" rIns="60960" bIns="60960">
            <a:normAutofit fontScale="100000" lnSpcReduction="0"/>
          </a:bodyPr>
          <a:lstStyle>
            <a:lvl1pPr marL="452120" marR="81279" indent="-411480" defTabSz="1828800">
              <a:spcBef>
                <a:spcPts val="1400"/>
              </a:spcBef>
              <a:buSzPct val="100000"/>
              <a:buChar char="•"/>
              <a:defRPr sz="6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887499" marR="81279" indent="-389659" defTabSz="1828800">
              <a:spcBef>
                <a:spcPts val="1400"/>
              </a:spcBef>
              <a:buSzPct val="100000"/>
              <a:buChar char="–"/>
              <a:defRPr sz="6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297938" marR="81279" indent="-342900" defTabSz="1828800">
              <a:spcBef>
                <a:spcPts val="1400"/>
              </a:spcBef>
              <a:buSzPct val="100000"/>
              <a:buChar char="•"/>
              <a:defRPr sz="6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1869438" marR="81279" indent="-457200" defTabSz="1828800">
              <a:spcBef>
                <a:spcPts val="1400"/>
              </a:spcBef>
              <a:buSzPct val="100000"/>
              <a:buChar char="–"/>
              <a:defRPr sz="6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326638" marR="81279" indent="-457200" defTabSz="1828800">
              <a:spcBef>
                <a:spcPts val="1400"/>
              </a:spcBef>
              <a:buSzPct val="100000"/>
              <a:buChar char="»"/>
              <a:defRPr sz="6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18" name="Numero diapositiva"/>
          <p:cNvSpPr txBox="1"/>
          <p:nvPr>
            <p:ph type="sldNum" sz="quarter" idx="2"/>
          </p:nvPr>
        </p:nvSpPr>
        <p:spPr>
          <a:xfrm>
            <a:off x="19270376" y="12490450"/>
            <a:ext cx="473651" cy="467549"/>
          </a:xfrm>
          <a:prstGeom prst="rect">
            <a:avLst/>
          </a:prstGeom>
        </p:spPr>
        <p:txBody>
          <a:bodyPr lIns="60960" tIns="60960" rIns="60960" bIns="60960"/>
          <a:lstStyle>
            <a:lvl1pPr defTabSz="914400"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FONDO OK copia 1">
    <p:bg>
      <p:bgPr>
        <a:gradFill flip="none" rotWithShape="1">
          <a:gsLst>
            <a:gs pos="0">
              <a:srgbClr val="0A0746"/>
            </a:gs>
            <a:gs pos="100000">
              <a:srgbClr val="020115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Numero diapositiva"/>
          <p:cNvSpPr txBox="1"/>
          <p:nvPr>
            <p:ph type="sldNum" sz="quarter" idx="2"/>
          </p:nvPr>
        </p:nvSpPr>
        <p:spPr>
          <a:xfrm>
            <a:off x="16010990" y="10195748"/>
            <a:ext cx="391883" cy="384132"/>
          </a:xfrm>
          <a:prstGeom prst="rect">
            <a:avLst/>
          </a:prstGeom>
        </p:spPr>
        <p:txBody>
          <a:bodyPr lIns="62454" tIns="62454" rIns="62454" bIns="62454"/>
          <a:lstStyle>
            <a:lvl1pPr defTabSz="918414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FONDO OK copia 1">
    <p:bg>
      <p:bgPr>
        <a:gradFill flip="none" rotWithShape="1">
          <a:gsLst>
            <a:gs pos="0">
              <a:srgbClr val="0A0046"/>
            </a:gs>
            <a:gs pos="100000">
              <a:srgbClr val="020115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Numero diapositiva"/>
          <p:cNvSpPr txBox="1"/>
          <p:nvPr>
            <p:ph type="sldNum" sz="quarter" idx="2"/>
          </p:nvPr>
        </p:nvSpPr>
        <p:spPr>
          <a:xfrm>
            <a:off x="16010990" y="10195748"/>
            <a:ext cx="391883" cy="384132"/>
          </a:xfrm>
          <a:prstGeom prst="rect">
            <a:avLst/>
          </a:prstGeom>
        </p:spPr>
        <p:txBody>
          <a:bodyPr lIns="62454" tIns="62454" rIns="62454" bIns="62454"/>
          <a:lstStyle>
            <a:lvl1pPr defTabSz="918414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Titolo Testo"/>
          <p:cNvSpPr txBox="1"/>
          <p:nvPr>
            <p:ph type="title"/>
          </p:nvPr>
        </p:nvSpPr>
        <p:spPr>
          <a:xfrm>
            <a:off x="7831666" y="4159250"/>
            <a:ext cx="8720668" cy="2751667"/>
          </a:xfrm>
          <a:prstGeom prst="rect">
            <a:avLst/>
          </a:prstGeom>
        </p:spPr>
        <p:txBody>
          <a:bodyPr lIns="42333" tIns="42333" rIns="42333" bIns="42333" anchor="b">
            <a:normAutofit fontScale="100000" lnSpcReduction="0"/>
          </a:bodyPr>
          <a:lstStyle>
            <a:lvl1pPr marL="0" marR="0" algn="ctr" defTabSz="821531">
              <a:defRPr sz="110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840" name="Corpo livello uno…"/>
          <p:cNvSpPr txBox="1"/>
          <p:nvPr>
            <p:ph type="body" sz="quarter" idx="1"/>
          </p:nvPr>
        </p:nvSpPr>
        <p:spPr>
          <a:xfrm>
            <a:off x="7831666" y="6985000"/>
            <a:ext cx="8720668" cy="941917"/>
          </a:xfrm>
          <a:prstGeom prst="rect">
            <a:avLst/>
          </a:prstGeom>
        </p:spPr>
        <p:txBody>
          <a:bodyPr lIns="42333" tIns="42333" rIns="42333" bIns="42333">
            <a:normAutofit fontScale="100000" lnSpcReduction="0"/>
          </a:bodyPr>
          <a:lstStyle>
            <a:lvl1pPr marL="0" marR="0" indent="0" algn="ctr" defTabSz="821531">
              <a:spcBef>
                <a:spcPts val="0"/>
              </a:spcBef>
              <a:defRPr sz="4200">
                <a:uFillTx/>
              </a:defRPr>
            </a:lvl1pPr>
            <a:lvl2pPr marL="0" marR="0" indent="228600" algn="ctr" defTabSz="821531">
              <a:spcBef>
                <a:spcPts val="0"/>
              </a:spcBef>
              <a:defRPr sz="4200">
                <a:uFillTx/>
              </a:defRPr>
            </a:lvl2pPr>
            <a:lvl3pPr marL="0" marR="0" indent="457200" algn="ctr" defTabSz="821531">
              <a:spcBef>
                <a:spcPts val="0"/>
              </a:spcBef>
              <a:defRPr sz="4200">
                <a:uFillTx/>
              </a:defRPr>
            </a:lvl3pPr>
            <a:lvl4pPr marL="0" marR="0" indent="685800" algn="ctr" defTabSz="821531">
              <a:spcBef>
                <a:spcPts val="0"/>
              </a:spcBef>
              <a:defRPr sz="4200">
                <a:uFillTx/>
              </a:defRPr>
            </a:lvl4pPr>
            <a:lvl5pPr marL="0" marR="0" indent="914400" algn="ctr" defTabSz="821531">
              <a:spcBef>
                <a:spcPts val="0"/>
              </a:spcBef>
              <a:defRPr sz="42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41" name="Numero diapositiva"/>
          <p:cNvSpPr txBox="1"/>
          <p:nvPr>
            <p:ph type="sldNum" sz="quarter" idx="2"/>
          </p:nvPr>
        </p:nvSpPr>
        <p:spPr>
          <a:xfrm>
            <a:off x="11982678" y="10509250"/>
            <a:ext cx="408060" cy="414867"/>
          </a:xfrm>
          <a:prstGeom prst="rect">
            <a:avLst/>
          </a:prstGeom>
        </p:spPr>
        <p:txBody>
          <a:bodyPr lIns="42333" tIns="42333" rIns="42333" bIns="42333"/>
          <a:lstStyle>
            <a:lvl1pPr defTabSz="821531">
              <a:defRPr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Titolo Testo"/>
          <p:cNvSpPr txBox="1"/>
          <p:nvPr>
            <p:ph type="title"/>
          </p:nvPr>
        </p:nvSpPr>
        <p:spPr>
          <a:xfrm>
            <a:off x="1676400" y="730250"/>
            <a:ext cx="21031200" cy="2651126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0" marR="0" defTabSz="1828800">
              <a:lnSpc>
                <a:spcPct val="90000"/>
              </a:lnSpc>
              <a:defRPr sz="8800">
                <a:solidFill>
                  <a:srgbClr val="4C4C4C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849" name="Corpo livello uno…"/>
          <p:cNvSpPr txBox="1"/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457200" marR="0" indent="-457200" defTabSz="1828800">
              <a:lnSpc>
                <a:spcPct val="104999"/>
              </a:lnSpc>
              <a:spcBef>
                <a:spcPts val="20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533387" marR="0" indent="-355592" defTabSz="1828800">
              <a:lnSpc>
                <a:spcPct val="104999"/>
              </a:lnSpc>
              <a:spcBef>
                <a:spcPts val="20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711183" marR="0" indent="-355592" defTabSz="1828800">
              <a:lnSpc>
                <a:spcPct val="104999"/>
              </a:lnSpc>
              <a:spcBef>
                <a:spcPts val="20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914376" marR="0" indent="-380989" defTabSz="1828800">
              <a:lnSpc>
                <a:spcPct val="104999"/>
              </a:lnSpc>
              <a:spcBef>
                <a:spcPts val="20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2235200" marR="0" indent="-406400" defTabSz="1828800">
              <a:lnSpc>
                <a:spcPct val="104999"/>
              </a:lnSpc>
              <a:spcBef>
                <a:spcPts val="20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50" name="Platshållare för text 6"/>
          <p:cNvSpPr/>
          <p:nvPr>
            <p:ph type="body" sz="quarter" idx="21"/>
          </p:nvPr>
        </p:nvSpPr>
        <p:spPr>
          <a:xfrm>
            <a:off x="365173" y="12845485"/>
            <a:ext cx="22238066" cy="54720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/>
          <a:p>
            <a:pPr marL="0" marR="0" indent="0" defTabSz="1828754">
              <a:lnSpc>
                <a:spcPts val="3200"/>
              </a:lnSpc>
              <a:spcBef>
                <a:spcPts val="0"/>
              </a:spcBef>
              <a:defRPr sz="180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1" name="Numero diapositiva"/>
          <p:cNvSpPr txBox="1"/>
          <p:nvPr>
            <p:ph type="sldNum" sz="quarter" idx="2"/>
          </p:nvPr>
        </p:nvSpPr>
        <p:spPr>
          <a:xfrm>
            <a:off x="22192337" y="12808585"/>
            <a:ext cx="515264" cy="53848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4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Titolo Testo"/>
          <p:cNvSpPr txBox="1"/>
          <p:nvPr>
            <p:ph type="title"/>
          </p:nvPr>
        </p:nvSpPr>
        <p:spPr>
          <a:xfrm>
            <a:off x="1676400" y="730250"/>
            <a:ext cx="21031200" cy="2651126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0" marR="0" defTabSz="1828800">
              <a:lnSpc>
                <a:spcPct val="90000"/>
              </a:lnSpc>
              <a:defRPr sz="8800">
                <a:solidFill>
                  <a:srgbClr val="4C4C4C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859" name="Corpo livello uno…"/>
          <p:cNvSpPr txBox="1"/>
          <p:nvPr>
            <p:ph type="body" sz="quarter" idx="1"/>
          </p:nvPr>
        </p:nvSpPr>
        <p:spPr>
          <a:xfrm>
            <a:off x="365174" y="12845485"/>
            <a:ext cx="22238065" cy="547201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0" marR="0" indent="0" defTabSz="1828754">
              <a:lnSpc>
                <a:spcPts val="3200"/>
              </a:lnSpc>
              <a:spcBef>
                <a:spcPts val="0"/>
              </a:spcBef>
              <a:defRPr sz="180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628650" marR="0" indent="-171450" defTabSz="1828754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1120139" marR="0" indent="-205739" defTabSz="1828754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1600200" marR="0" indent="-228600" defTabSz="1828754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2057400" marR="0" indent="-228600" defTabSz="1828754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60" name="Numero diapositiva"/>
          <p:cNvSpPr txBox="1"/>
          <p:nvPr>
            <p:ph type="sldNum" sz="quarter" idx="2"/>
          </p:nvPr>
        </p:nvSpPr>
        <p:spPr>
          <a:xfrm>
            <a:off x="22192337" y="12808585"/>
            <a:ext cx="515264" cy="53848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lo 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Titolo Testo"/>
          <p:cNvSpPr txBox="1"/>
          <p:nvPr>
            <p:ph type="title"/>
          </p:nvPr>
        </p:nvSpPr>
        <p:spPr>
          <a:xfrm>
            <a:off x="1676400" y="730250"/>
            <a:ext cx="21031200" cy="2651126"/>
          </a:xfrm>
          <a:prstGeom prst="rect">
            <a:avLst/>
          </a:prstGeom>
        </p:spPr>
        <p:txBody>
          <a:bodyPr lIns="91439" tIns="91439" rIns="91439" bIns="91439">
            <a:normAutofit fontScale="100000" lnSpcReduction="0"/>
          </a:bodyPr>
          <a:lstStyle>
            <a:lvl1pPr marL="0" marR="0" defTabSz="1828800">
              <a:lnSpc>
                <a:spcPct val="90000"/>
              </a:lnSpc>
              <a:defRPr sz="8800">
                <a:solidFill>
                  <a:srgbClr val="0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868" name="Numero diapositiva"/>
          <p:cNvSpPr txBox="1"/>
          <p:nvPr>
            <p:ph type="sldNum" sz="quarter" idx="2"/>
          </p:nvPr>
        </p:nvSpPr>
        <p:spPr>
          <a:xfrm>
            <a:off x="22192337" y="12808585"/>
            <a:ext cx="515264" cy="53848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Titolo Testo"/>
          <p:cNvSpPr txBox="1"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lIns="71437" tIns="71437" rIns="71437" bIns="71437" anchor="b">
            <a:normAutofit fontScale="100000" lnSpcReduction="0"/>
          </a:bodyPr>
          <a:lstStyle>
            <a:lvl1pPr marL="0" marR="0" algn="ctr" defTabSz="821531">
              <a:defRPr sz="11200">
                <a:solidFill>
                  <a:srgbClr val="FFFFFF"/>
                </a:solidFill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876" name="Corpo livello uno…"/>
          <p:cNvSpPr txBox="1"/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lIns="71437" tIns="71437" rIns="71437" bIns="71437">
            <a:normAutofit fontScale="100000" lnSpcReduction="0"/>
          </a:bodyPr>
          <a:lstStyle>
            <a:lvl1pPr marL="0" marR="0" indent="0" algn="ctr" defTabSz="821531">
              <a:spcBef>
                <a:spcPts val="0"/>
              </a:spcBef>
              <a:defRPr sz="52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ctr" defTabSz="821531">
              <a:spcBef>
                <a:spcPts val="0"/>
              </a:spcBef>
              <a:defRPr sz="52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821531">
              <a:spcBef>
                <a:spcPts val="0"/>
              </a:spcBef>
              <a:defRPr sz="52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821531">
              <a:spcBef>
                <a:spcPts val="0"/>
              </a:spcBef>
              <a:defRPr sz="52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821531">
              <a:spcBef>
                <a:spcPts val="0"/>
              </a:spcBef>
              <a:defRPr sz="52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77" name="Numero diapositiva"/>
          <p:cNvSpPr txBox="1"/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/>
          <a:lstStyle>
            <a:lvl1pPr defTabSz="821531">
              <a:defRPr>
                <a:solidFill>
                  <a:srgbClr val="FFFFFF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itolo Testo"/>
          <p:cNvSpPr txBox="1"/>
          <p:nvPr>
            <p:ph type="title"/>
          </p:nvPr>
        </p:nvSpPr>
        <p:spPr>
          <a:xfrm>
            <a:off x="2387600" y="2298700"/>
            <a:ext cx="19621500" cy="4648200"/>
          </a:xfrm>
          <a:prstGeom prst="rect">
            <a:avLst/>
          </a:prstGeom>
        </p:spPr>
        <p:txBody>
          <a:bodyPr lIns="50800" tIns="50800" rIns="50800" bIns="50800" anchor="b">
            <a:normAutofit fontScale="100000" lnSpcReduction="0"/>
          </a:bodyPr>
          <a:lstStyle>
            <a:lvl1pPr marL="0" marR="0" algn="ctr" defTabSz="825500">
              <a:defRPr sz="112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885" name="Corpo livello uno…"/>
          <p:cNvSpPr txBox="1"/>
          <p:nvPr>
            <p:ph type="body" sz="quarter" idx="1"/>
          </p:nvPr>
        </p:nvSpPr>
        <p:spPr>
          <a:xfrm>
            <a:off x="2387600" y="7073900"/>
            <a:ext cx="19621500" cy="1587500"/>
          </a:xfrm>
          <a:prstGeom prst="rect">
            <a:avLst/>
          </a:prstGeom>
        </p:spPr>
        <p:txBody>
          <a:bodyPr lIns="50800" tIns="50800" rIns="50800" bIns="50800">
            <a:normAutofit fontScale="100000" lnSpcReduction="0"/>
          </a:bodyPr>
          <a:lstStyle>
            <a:lvl1pPr marL="0" marR="0" indent="0" algn="ctr" defTabSz="825500">
              <a:spcBef>
                <a:spcPts val="0"/>
              </a:spcBef>
              <a:defRPr sz="4400">
                <a:uFillTx/>
              </a:defRPr>
            </a:lvl1pPr>
            <a:lvl2pPr marL="0" marR="0" indent="228600" algn="ctr" defTabSz="825500">
              <a:spcBef>
                <a:spcPts val="0"/>
              </a:spcBef>
              <a:defRPr sz="4400">
                <a:uFillTx/>
              </a:defRPr>
            </a:lvl2pPr>
            <a:lvl3pPr marL="0" marR="0" indent="457200" algn="ctr" defTabSz="825500">
              <a:spcBef>
                <a:spcPts val="0"/>
              </a:spcBef>
              <a:defRPr sz="4400">
                <a:uFillTx/>
              </a:defRPr>
            </a:lvl3pPr>
            <a:lvl4pPr marL="0" marR="0" indent="685800" algn="ctr" defTabSz="825500">
              <a:spcBef>
                <a:spcPts val="0"/>
              </a:spcBef>
              <a:defRPr sz="4400">
                <a:uFillTx/>
              </a:defRPr>
            </a:lvl4pPr>
            <a:lvl5pPr marL="0" marR="0" indent="914400" algn="ctr" defTabSz="825500">
              <a:spcBef>
                <a:spcPts val="0"/>
              </a:spcBef>
              <a:defRPr sz="44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86" name="Numero diapositiva"/>
          <p:cNvSpPr txBox="1"/>
          <p:nvPr>
            <p:ph type="sldNum" sz="quarter" idx="2"/>
          </p:nvPr>
        </p:nvSpPr>
        <p:spPr>
          <a:xfrm>
            <a:off x="11955253" y="13017500"/>
            <a:ext cx="453238" cy="4699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 copia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Titolo Testo"/>
          <p:cNvSpPr txBox="1"/>
          <p:nvPr>
            <p:ph type="title"/>
          </p:nvPr>
        </p:nvSpPr>
        <p:spPr>
          <a:xfrm>
            <a:off x="1234598" y="0"/>
            <a:ext cx="21933787" cy="3384530"/>
          </a:xfrm>
          <a:prstGeom prst="rect">
            <a:avLst/>
          </a:prstGeom>
        </p:spPr>
        <p:txBody>
          <a:bodyPr lIns="76200" tIns="76200" rIns="76200" bIns="76200"/>
          <a:lstStyle>
            <a:lvl1pPr marL="121296" marR="121296" algn="ctr" defTabSz="2350433">
              <a:defRPr sz="10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894" name="Corpo livello uno…"/>
          <p:cNvSpPr txBox="1"/>
          <p:nvPr>
            <p:ph type="body" idx="1"/>
          </p:nvPr>
        </p:nvSpPr>
        <p:spPr>
          <a:xfrm>
            <a:off x="1234598" y="3199530"/>
            <a:ext cx="21933787" cy="10516470"/>
          </a:xfrm>
          <a:prstGeom prst="rect">
            <a:avLst/>
          </a:prstGeom>
        </p:spPr>
        <p:txBody>
          <a:bodyPr lIns="76200" tIns="76200" rIns="76200" bIns="76200"/>
          <a:lstStyle>
            <a:lvl1pPr marL="670923" marR="121296" indent="-589835" defTabSz="2350433">
              <a:spcBef>
                <a:spcPts val="1900"/>
              </a:spcBef>
              <a:buSzPct val="100000"/>
              <a:buChar char="•"/>
              <a:defRPr sz="7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359064" marR="121296" indent="-491529" defTabSz="2350433">
              <a:spcBef>
                <a:spcPts val="1600"/>
              </a:spcBef>
              <a:buSzPct val="100000"/>
              <a:buChar char="–"/>
              <a:defRPr sz="6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2046097" marR="121296" indent="-393700" defTabSz="2350433">
              <a:spcBef>
                <a:spcPts val="1400"/>
              </a:spcBef>
              <a:buSzPct val="100000"/>
              <a:buChar char="•"/>
              <a:defRPr sz="5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832544" marR="121296" indent="-393700" defTabSz="2350433">
              <a:spcBef>
                <a:spcPts val="1100"/>
              </a:spcBef>
              <a:buSzPct val="100000"/>
              <a:buChar char="–"/>
              <a:defRPr sz="4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3618990" marR="121296" indent="-393700" defTabSz="2350433">
              <a:spcBef>
                <a:spcPts val="1100"/>
              </a:spcBef>
              <a:buSzPct val="100000"/>
              <a:buChar char="»"/>
              <a:defRPr sz="4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895" name="Numero diapositiva"/>
          <p:cNvSpPr txBox="1"/>
          <p:nvPr>
            <p:ph type="sldNum" sz="quarter" idx="2"/>
          </p:nvPr>
        </p:nvSpPr>
        <p:spPr>
          <a:xfrm>
            <a:off x="20030828" y="12489790"/>
            <a:ext cx="588889" cy="571736"/>
          </a:xfrm>
          <a:prstGeom prst="rect">
            <a:avLst/>
          </a:prstGeom>
        </p:spPr>
        <p:txBody>
          <a:bodyPr lIns="76200" tIns="76200" rIns="76200" bIns="76200"/>
          <a:lstStyle>
            <a:lvl1pPr defTabSz="685800">
              <a:defRPr sz="3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cop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Titolo Testo"/>
          <p:cNvSpPr txBox="1"/>
          <p:nvPr>
            <p:ph type="title"/>
          </p:nvPr>
        </p:nvSpPr>
        <p:spPr>
          <a:xfrm>
            <a:off x="1170281" y="0"/>
            <a:ext cx="22626699" cy="4768850"/>
          </a:xfrm>
          <a:prstGeom prst="rect">
            <a:avLst/>
          </a:prstGeom>
        </p:spPr>
        <p:txBody>
          <a:bodyPr lIns="50800" tIns="50800" rIns="50800" bIns="50800"/>
          <a:lstStyle>
            <a:lvl1pPr marL="81280" marR="81280" defTabSz="1816100">
              <a:defRPr sz="4600"/>
            </a:lvl1pPr>
          </a:lstStyle>
          <a:p>
            <a:pPr/>
            <a:r>
              <a:t>Titolo Testo</a:t>
            </a:r>
          </a:p>
        </p:txBody>
      </p:sp>
      <p:sp>
        <p:nvSpPr>
          <p:cNvPr id="903" name="Corpo livello uno…"/>
          <p:cNvSpPr txBox="1"/>
          <p:nvPr>
            <p:ph type="body" idx="1"/>
          </p:nvPr>
        </p:nvSpPr>
        <p:spPr>
          <a:xfrm>
            <a:off x="1854200" y="3978275"/>
            <a:ext cx="21945600" cy="9737725"/>
          </a:xfrm>
          <a:prstGeom prst="rect">
            <a:avLst/>
          </a:prstGeom>
        </p:spPr>
        <p:txBody>
          <a:bodyPr lIns="50800" tIns="50800" rIns="50800" bIns="50800"/>
          <a:lstStyle>
            <a:lvl1pPr marL="767080" marR="81280" indent="-685800" defTabSz="1816100">
              <a:spcBef>
                <a:spcPts val="600"/>
              </a:spcBef>
            </a:lvl1pPr>
            <a:lvl2pPr marL="1567180" marR="81280" indent="-571499" defTabSz="1816100">
              <a:spcBef>
                <a:spcPts val="600"/>
              </a:spcBef>
            </a:lvl2pPr>
            <a:lvl3pPr marL="2367278" marR="81280" indent="-457198" defTabSz="1816100">
              <a:spcBef>
                <a:spcPts val="600"/>
              </a:spcBef>
            </a:lvl3pPr>
            <a:lvl4pPr marL="3281679" marR="81280" indent="-457200" defTabSz="1816100">
              <a:spcBef>
                <a:spcPts val="600"/>
              </a:spcBef>
            </a:lvl4pPr>
            <a:lvl5pPr marL="4196079" marR="81280" indent="-457201" defTabSz="1816100">
              <a:spcBef>
                <a:spcPts val="600"/>
              </a:spcBef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904" name="Numero diapositiva"/>
          <p:cNvSpPr txBox="1"/>
          <p:nvPr>
            <p:ph type="sldNum" sz="quarter" idx="2"/>
          </p:nvPr>
        </p:nvSpPr>
        <p:spPr>
          <a:xfrm>
            <a:off x="20107506" y="12490450"/>
            <a:ext cx="424994" cy="431800"/>
          </a:xfrm>
          <a:prstGeom prst="rect">
            <a:avLst/>
          </a:prstGeom>
        </p:spPr>
        <p:txBody>
          <a:bodyPr lIns="50800" tIns="50800" rIns="50800" bIns="50800"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Titolo Testo"/>
          <p:cNvSpPr txBox="1"/>
          <p:nvPr>
            <p:ph type="title"/>
          </p:nvPr>
        </p:nvSpPr>
        <p:spPr>
          <a:xfrm>
            <a:off x="6000088" y="4150153"/>
            <a:ext cx="12392747" cy="2739074"/>
          </a:xfrm>
          <a:prstGeom prst="rect">
            <a:avLst/>
          </a:prstGeom>
        </p:spPr>
        <p:txBody>
          <a:bodyPr lIns="35688" tIns="35688" rIns="35688" bIns="35688" anchor="b"/>
          <a:lstStyle>
            <a:lvl1pPr marL="0" marR="0" algn="ctr" defTabSz="843134">
              <a:defRPr sz="10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912" name="Corpo livello uno…"/>
          <p:cNvSpPr txBox="1"/>
          <p:nvPr>
            <p:ph type="body" sz="quarter" idx="1"/>
          </p:nvPr>
        </p:nvSpPr>
        <p:spPr>
          <a:xfrm>
            <a:off x="6000088" y="6969525"/>
            <a:ext cx="12392747" cy="936818"/>
          </a:xfrm>
          <a:prstGeom prst="rect">
            <a:avLst/>
          </a:prstGeom>
        </p:spPr>
        <p:txBody>
          <a:bodyPr lIns="35688" tIns="35688" rIns="35688" bIns="35688"/>
          <a:lstStyle>
            <a:lvl1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1pPr>
            <a:lvl2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2pPr>
            <a:lvl3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3pPr>
            <a:lvl4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4pPr>
            <a:lvl5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913" name="Numero diapositiva"/>
          <p:cNvSpPr txBox="1"/>
          <p:nvPr>
            <p:ph type="sldNum" sz="quarter" idx="2"/>
          </p:nvPr>
        </p:nvSpPr>
        <p:spPr>
          <a:xfrm>
            <a:off x="12039021" y="10556195"/>
            <a:ext cx="287277" cy="312677"/>
          </a:xfrm>
          <a:prstGeom prst="rect">
            <a:avLst/>
          </a:prstGeom>
        </p:spPr>
        <p:txBody>
          <a:bodyPr lIns="35688" tIns="35688" rIns="35688" bIns="35688"/>
          <a:lstStyle>
            <a:lvl1pPr defTabSz="843134">
              <a:defRPr sz="16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stetica visi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Immagine"/>
          <p:cNvSpPr/>
          <p:nvPr>
            <p:ph type="pic" sz="quarter" idx="21"/>
          </p:nvPr>
        </p:nvSpPr>
        <p:spPr>
          <a:xfrm>
            <a:off x="10458450" y="4400550"/>
            <a:ext cx="3251722" cy="4895850"/>
          </a:xfrm>
          <a:prstGeom prst="rect">
            <a:avLst/>
          </a:prstGeom>
          <a:ln>
            <a:round/>
          </a:ln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921" name="Immagine"/>
          <p:cNvSpPr/>
          <p:nvPr>
            <p:ph type="pic" sz="quarter" idx="22"/>
          </p:nvPr>
        </p:nvSpPr>
        <p:spPr>
          <a:xfrm>
            <a:off x="6976719" y="4400550"/>
            <a:ext cx="3279861" cy="4935805"/>
          </a:xfrm>
          <a:prstGeom prst="rect">
            <a:avLst/>
          </a:prstGeom>
          <a:ln>
            <a:round/>
          </a:ln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922" name="Immagine"/>
          <p:cNvSpPr/>
          <p:nvPr>
            <p:ph type="pic" sz="quarter" idx="23"/>
          </p:nvPr>
        </p:nvSpPr>
        <p:spPr>
          <a:xfrm>
            <a:off x="17415609" y="4383483"/>
            <a:ext cx="3260249" cy="4908688"/>
          </a:xfrm>
          <a:prstGeom prst="rect">
            <a:avLst/>
          </a:prstGeom>
          <a:ln>
            <a:round/>
          </a:ln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923" name="Immagine"/>
          <p:cNvSpPr/>
          <p:nvPr>
            <p:ph type="pic" sz="quarter" idx="24"/>
          </p:nvPr>
        </p:nvSpPr>
        <p:spPr>
          <a:xfrm>
            <a:off x="14005883" y="4430869"/>
            <a:ext cx="3226421" cy="4857754"/>
          </a:xfrm>
          <a:prstGeom prst="rect">
            <a:avLst/>
          </a:prstGeom>
          <a:ln>
            <a:round/>
          </a:ln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924" name="Immagine"/>
          <p:cNvSpPr/>
          <p:nvPr>
            <p:ph type="pic" sz="quarter" idx="25"/>
          </p:nvPr>
        </p:nvSpPr>
        <p:spPr>
          <a:xfrm>
            <a:off x="3522155" y="4419600"/>
            <a:ext cx="3253311" cy="4895850"/>
          </a:xfrm>
          <a:prstGeom prst="rect">
            <a:avLst/>
          </a:prstGeom>
          <a:ln>
            <a:round/>
          </a:ln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925" name="Numero diapositiva"/>
          <p:cNvSpPr txBox="1"/>
          <p:nvPr>
            <p:ph type="sldNum" sz="quarter" idx="2"/>
          </p:nvPr>
        </p:nvSpPr>
        <p:spPr>
          <a:xfrm>
            <a:off x="20124442" y="12490451"/>
            <a:ext cx="391122" cy="374353"/>
          </a:xfrm>
          <a:prstGeom prst="rect">
            <a:avLst/>
          </a:prstGeom>
        </p:spPr>
        <p:txBody>
          <a:bodyPr lIns="76200" tIns="76200" rIns="76200" bIns="76200"/>
          <a:lstStyle>
            <a:lvl1pPr defTabSz="933450"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Titolo Testo"/>
          <p:cNvSpPr txBox="1"/>
          <p:nvPr>
            <p:ph type="title"/>
          </p:nvPr>
        </p:nvSpPr>
        <p:spPr>
          <a:xfrm>
            <a:off x="8242394" y="3975687"/>
            <a:ext cx="7907241" cy="1302664"/>
          </a:xfrm>
          <a:prstGeom prst="rect">
            <a:avLst/>
          </a:prstGeom>
        </p:spPr>
        <p:txBody>
          <a:bodyPr lIns="48165" tIns="48165" rIns="48165" bIns="48165"/>
          <a:lstStyle>
            <a:lvl1pPr marL="55534" marR="55534" algn="ctr" defTabSz="1282699">
              <a:lnSpc>
                <a:spcPct val="150000"/>
              </a:lnSpc>
              <a:defRPr b="1" cap="all" spc="1728" sz="4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933" name="Corpo livello uno…"/>
          <p:cNvSpPr txBox="1"/>
          <p:nvPr>
            <p:ph type="body" sz="quarter" idx="1"/>
          </p:nvPr>
        </p:nvSpPr>
        <p:spPr>
          <a:xfrm>
            <a:off x="8242394" y="5272538"/>
            <a:ext cx="7907241" cy="4551681"/>
          </a:xfrm>
          <a:prstGeom prst="rect">
            <a:avLst/>
          </a:prstGeom>
        </p:spPr>
        <p:txBody>
          <a:bodyPr lIns="48165" tIns="48165" rIns="48165" bIns="48165"/>
          <a:lstStyle>
            <a:lvl1pPr marL="524763" marR="55534" indent="-469900" defTabSz="1282699">
              <a:spcBef>
                <a:spcPts val="1000"/>
              </a:spcBef>
              <a:buSzPct val="100000"/>
              <a:buChar char="•"/>
              <a:defRPr sz="3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053083" marR="55534" indent="-381000" defTabSz="1282699">
              <a:spcBef>
                <a:spcPts val="800"/>
              </a:spcBef>
              <a:buSzPct val="100000"/>
              <a:buChar char="–"/>
              <a:defRPr sz="3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543303" marR="55534" indent="-254000" defTabSz="1282699">
              <a:spcBef>
                <a:spcPts val="700"/>
              </a:spcBef>
              <a:buSzPct val="100000"/>
              <a:buChar char="•"/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184336" marR="55534" indent="-277812" defTabSz="1282699">
              <a:spcBef>
                <a:spcPts val="600"/>
              </a:spcBef>
              <a:buSzPct val="100000"/>
              <a:buChar char="–"/>
              <a:defRPr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801556" marR="55534" indent="-277812" defTabSz="1282699">
              <a:spcBef>
                <a:spcPts val="600"/>
              </a:spcBef>
              <a:buSzPct val="100000"/>
              <a:buChar char="»"/>
              <a:defRPr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934" name="Numero diapositiva"/>
          <p:cNvSpPr txBox="1"/>
          <p:nvPr>
            <p:ph type="sldNum" sz="quarter" idx="2"/>
          </p:nvPr>
        </p:nvSpPr>
        <p:spPr>
          <a:xfrm>
            <a:off x="14973631" y="9290550"/>
            <a:ext cx="278548" cy="269147"/>
          </a:xfrm>
          <a:prstGeom prst="rect">
            <a:avLst/>
          </a:prstGeom>
        </p:spPr>
        <p:txBody>
          <a:bodyPr lIns="48165" tIns="48165" rIns="48165" bIns="48165"/>
          <a:lstStyle>
            <a:lvl1pPr defTabSz="609600">
              <a:defRPr sz="1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FONDO OK copia 1">
    <p:bg>
      <p:bgPr>
        <a:gradFill flip="none" rotWithShape="1">
          <a:gsLst>
            <a:gs pos="0">
              <a:srgbClr val="0A0746"/>
            </a:gs>
            <a:gs pos="100000">
              <a:srgbClr val="020115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Numero diapositiva"/>
          <p:cNvSpPr txBox="1"/>
          <p:nvPr>
            <p:ph type="sldNum" sz="quarter" idx="2"/>
          </p:nvPr>
        </p:nvSpPr>
        <p:spPr>
          <a:xfrm>
            <a:off x="32153297" y="14801665"/>
            <a:ext cx="516723" cy="508972"/>
          </a:xfrm>
          <a:prstGeom prst="rect">
            <a:avLst/>
          </a:prstGeom>
        </p:spPr>
        <p:txBody>
          <a:bodyPr lIns="124874" tIns="124874" rIns="124874" bIns="124874"/>
          <a:lstStyle>
            <a:lvl1pPr defTabSz="1088491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Titolo Testo"/>
          <p:cNvSpPr txBox="1"/>
          <p:nvPr>
            <p:ph type="title"/>
          </p:nvPr>
        </p:nvSpPr>
        <p:spPr>
          <a:xfrm>
            <a:off x="7831666" y="4159250"/>
            <a:ext cx="8720668" cy="2751667"/>
          </a:xfrm>
          <a:prstGeom prst="rect">
            <a:avLst/>
          </a:prstGeom>
        </p:spPr>
        <p:txBody>
          <a:bodyPr lIns="42333" tIns="42333" rIns="42333" bIns="42333" anchor="b">
            <a:normAutofit fontScale="100000" lnSpcReduction="0"/>
          </a:bodyPr>
          <a:lstStyle>
            <a:lvl1pPr marL="0" marR="0" algn="ctr" defTabSz="584200">
              <a:defRPr sz="110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949" name="Corpo livello uno…"/>
          <p:cNvSpPr txBox="1"/>
          <p:nvPr>
            <p:ph type="body" sz="quarter" idx="1"/>
          </p:nvPr>
        </p:nvSpPr>
        <p:spPr>
          <a:xfrm>
            <a:off x="7831666" y="6985000"/>
            <a:ext cx="8720668" cy="941917"/>
          </a:xfrm>
          <a:prstGeom prst="rect">
            <a:avLst/>
          </a:prstGeom>
        </p:spPr>
        <p:txBody>
          <a:bodyPr lIns="42333" tIns="42333" rIns="42333" bIns="42333">
            <a:normAutofit fontScale="100000" lnSpcReduction="0"/>
          </a:bodyPr>
          <a:lstStyle>
            <a:lvl1pPr marL="0" marR="0" indent="0" algn="ctr" defTabSz="584200">
              <a:spcBef>
                <a:spcPts val="0"/>
              </a:spcBef>
              <a:defRPr sz="4200">
                <a:uFillTx/>
              </a:defRPr>
            </a:lvl1pPr>
            <a:lvl2pPr marL="0" marR="0" indent="228600" algn="ctr" defTabSz="584200">
              <a:spcBef>
                <a:spcPts val="0"/>
              </a:spcBef>
              <a:defRPr sz="4200">
                <a:uFillTx/>
              </a:defRPr>
            </a:lvl2pPr>
            <a:lvl3pPr marL="0" marR="0" indent="457200" algn="ctr" defTabSz="584200">
              <a:spcBef>
                <a:spcPts val="0"/>
              </a:spcBef>
              <a:defRPr sz="4200">
                <a:uFillTx/>
              </a:defRPr>
            </a:lvl3pPr>
            <a:lvl4pPr marL="0" marR="0" indent="685800" algn="ctr" defTabSz="584200">
              <a:spcBef>
                <a:spcPts val="0"/>
              </a:spcBef>
              <a:defRPr sz="4200">
                <a:uFillTx/>
              </a:defRPr>
            </a:lvl4pPr>
            <a:lvl5pPr marL="0" marR="0" indent="914400" algn="ctr" defTabSz="584200">
              <a:spcBef>
                <a:spcPts val="0"/>
              </a:spcBef>
              <a:defRPr sz="42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950" name="Numero diapositiva"/>
          <p:cNvSpPr txBox="1"/>
          <p:nvPr>
            <p:ph type="sldNum" sz="quarter" idx="2"/>
          </p:nvPr>
        </p:nvSpPr>
        <p:spPr>
          <a:xfrm>
            <a:off x="11982678" y="10509250"/>
            <a:ext cx="408060" cy="414867"/>
          </a:xfrm>
          <a:prstGeom prst="rect">
            <a:avLst/>
          </a:prstGeom>
        </p:spPr>
        <p:txBody>
          <a:bodyPr lIns="42333" tIns="42333" rIns="42333" bIns="42333"/>
          <a:lstStyle>
            <a:lvl1pPr defTabSz="584200">
              <a:defRPr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FONDO OK copia 1">
    <p:bg>
      <p:bgPr>
        <a:gradFill flip="none" rotWithShape="1">
          <a:gsLst>
            <a:gs pos="0">
              <a:srgbClr val="0A0746"/>
            </a:gs>
            <a:gs pos="100000">
              <a:srgbClr val="020115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Numero diapositiva"/>
          <p:cNvSpPr txBox="1"/>
          <p:nvPr>
            <p:ph type="sldNum" sz="quarter" idx="2"/>
          </p:nvPr>
        </p:nvSpPr>
        <p:spPr>
          <a:xfrm>
            <a:off x="16038158" y="10194832"/>
            <a:ext cx="335343" cy="322259"/>
          </a:xfrm>
          <a:prstGeom prst="rect">
            <a:avLst/>
          </a:prstGeom>
        </p:spPr>
        <p:txBody>
          <a:bodyPr lIns="62437" tIns="62437" rIns="62437" bIns="62437"/>
          <a:lstStyle>
            <a:lvl1pPr defTabSz="918414">
              <a:defRPr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Titolo Testo"/>
          <p:cNvSpPr txBox="1"/>
          <p:nvPr>
            <p:ph type="title"/>
          </p:nvPr>
        </p:nvSpPr>
        <p:spPr>
          <a:xfrm>
            <a:off x="6376410" y="3009185"/>
            <a:ext cx="11631180" cy="2033674"/>
          </a:xfrm>
          <a:prstGeom prst="rect">
            <a:avLst/>
          </a:prstGeom>
        </p:spPr>
        <p:txBody>
          <a:bodyPr lIns="35678" tIns="35678" rIns="35678" bIns="35678"/>
          <a:lstStyle>
            <a:lvl1pPr marL="0" marR="0" algn="ctr" defTabSz="843134">
              <a:defRPr sz="11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965" name="Corpo livello uno…"/>
          <p:cNvSpPr txBox="1"/>
          <p:nvPr>
            <p:ph type="body" sz="quarter" idx="1"/>
          </p:nvPr>
        </p:nvSpPr>
        <p:spPr>
          <a:xfrm>
            <a:off x="6376410" y="5105295"/>
            <a:ext cx="11631180" cy="4763076"/>
          </a:xfrm>
          <a:prstGeom prst="rect">
            <a:avLst/>
          </a:prstGeom>
        </p:spPr>
        <p:txBody>
          <a:bodyPr lIns="35678" tIns="35678" rIns="35678" bIns="35678" anchor="ctr"/>
          <a:lstStyle>
            <a:lvl1pPr marL="966931" marR="0" indent="-649431" defTabSz="843134">
              <a:spcBef>
                <a:spcPts val="3400"/>
              </a:spcBef>
              <a:buSzPct val="171000"/>
              <a:buChar char="•"/>
              <a:defRPr sz="50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411431" marR="0" indent="-649431" defTabSz="843134">
              <a:spcBef>
                <a:spcPts val="3400"/>
              </a:spcBef>
              <a:buSzPct val="171000"/>
              <a:buChar char="•"/>
              <a:defRPr sz="50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855931" marR="0" indent="-649431" defTabSz="843134">
              <a:spcBef>
                <a:spcPts val="3400"/>
              </a:spcBef>
              <a:buSzPct val="171000"/>
              <a:buChar char="•"/>
              <a:defRPr sz="50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300431" marR="0" indent="-649431" defTabSz="843134">
              <a:spcBef>
                <a:spcPts val="3400"/>
              </a:spcBef>
              <a:buSzPct val="171000"/>
              <a:buChar char="•"/>
              <a:defRPr sz="50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744931" marR="0" indent="-649431" defTabSz="843134">
              <a:spcBef>
                <a:spcPts val="3400"/>
              </a:spcBef>
              <a:buSzPct val="171000"/>
              <a:buChar char="•"/>
              <a:defRPr sz="50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966" name="Numero diapositiva"/>
          <p:cNvSpPr txBox="1"/>
          <p:nvPr>
            <p:ph type="sldNum" sz="quarter" idx="2"/>
          </p:nvPr>
        </p:nvSpPr>
        <p:spPr>
          <a:xfrm>
            <a:off x="12041361" y="10573019"/>
            <a:ext cx="287258" cy="312658"/>
          </a:xfrm>
          <a:prstGeom prst="rect">
            <a:avLst/>
          </a:prstGeom>
        </p:spPr>
        <p:txBody>
          <a:bodyPr lIns="35678" tIns="35678" rIns="35678" bIns="35678"/>
          <a:lstStyle>
            <a:lvl1pPr defTabSz="843134">
              <a:defRPr sz="16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- In al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Titolo Testo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 lIns="50800" tIns="50800" rIns="50800" bIns="50800">
            <a:normAutofit fontScale="100000" lnSpcReduction="0"/>
          </a:bodyPr>
          <a:lstStyle>
            <a:lvl1pPr marL="0" marR="0" algn="ctr" defTabSz="825500">
              <a:defRPr sz="112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974" name="Numero diapositiva"/>
          <p:cNvSpPr txBox="1"/>
          <p:nvPr>
            <p:ph type="sldNum" sz="quarter" idx="2"/>
          </p:nvPr>
        </p:nvSpPr>
        <p:spPr>
          <a:xfrm>
            <a:off x="11959031" y="13081000"/>
            <a:ext cx="453238" cy="469900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- In al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Titolo Testo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</p:spPr>
        <p:txBody>
          <a:bodyPr lIns="50800" tIns="50800" rIns="50800" bIns="50800">
            <a:normAutofit fontScale="100000" lnSpcReduction="0"/>
          </a:bodyPr>
          <a:lstStyle>
            <a:lvl1pPr marL="0" marR="0" algn="ctr" defTabSz="825500">
              <a:defRPr sz="11200">
                <a:solidFill>
                  <a:srgbClr val="FFFFFF"/>
                </a:solidFill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982" name="Numero diapositiva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400">
                <a:solidFill>
                  <a:srgbClr val="FFFFFF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Titolo Testo"/>
          <p:cNvSpPr txBox="1"/>
          <p:nvPr>
            <p:ph type="title"/>
          </p:nvPr>
        </p:nvSpPr>
        <p:spPr>
          <a:xfrm>
            <a:off x="7803549" y="3655430"/>
            <a:ext cx="8785823" cy="1447404"/>
          </a:xfrm>
          <a:prstGeom prst="rect">
            <a:avLst/>
          </a:prstGeom>
        </p:spPr>
        <p:txBody>
          <a:bodyPr lIns="53517" tIns="53517" rIns="53517" bIns="53517"/>
          <a:lstStyle>
            <a:lvl1pPr marL="55534" marR="55534" algn="ctr" defTabSz="1282700">
              <a:defRPr sz="5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990" name="Corpo livello uno…"/>
          <p:cNvSpPr txBox="1"/>
          <p:nvPr>
            <p:ph type="body" sz="quarter" idx="1"/>
          </p:nvPr>
        </p:nvSpPr>
        <p:spPr>
          <a:xfrm>
            <a:off x="7803549" y="5096375"/>
            <a:ext cx="8785823" cy="5057424"/>
          </a:xfrm>
          <a:prstGeom prst="rect">
            <a:avLst/>
          </a:prstGeom>
        </p:spPr>
        <p:txBody>
          <a:bodyPr lIns="53517" tIns="53517" rIns="53517" bIns="53517"/>
          <a:lstStyle>
            <a:lvl1pPr marL="554132" marR="55534" indent="-499268" defTabSz="1282700">
              <a:spcBef>
                <a:spcPts val="1000"/>
              </a:spcBef>
              <a:buSzPct val="100000"/>
              <a:buChar char="•"/>
              <a:defRPr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1078483" marR="55534" indent="-406400" defTabSz="1282700">
              <a:spcBef>
                <a:spcPts val="800"/>
              </a:spcBef>
              <a:buSzPct val="100000"/>
              <a:buChar char="–"/>
              <a:defRPr sz="3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606803" marR="55534" indent="-317500" defTabSz="1282700">
              <a:spcBef>
                <a:spcPts val="700"/>
              </a:spcBef>
              <a:buSzPct val="100000"/>
              <a:buChar char="•"/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2224023" marR="55534" indent="-317500" defTabSz="1282700">
              <a:spcBef>
                <a:spcPts val="600"/>
              </a:spcBef>
              <a:buSzPct val="100000"/>
              <a:buChar char="–"/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841244" marR="55534" indent="-317500" defTabSz="1282700">
              <a:spcBef>
                <a:spcPts val="600"/>
              </a:spcBef>
              <a:buSzPct val="100000"/>
              <a:buChar char="»"/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991" name="Numero diapositiva"/>
          <p:cNvSpPr txBox="1"/>
          <p:nvPr>
            <p:ph type="sldNum" sz="quarter" idx="2"/>
          </p:nvPr>
        </p:nvSpPr>
        <p:spPr>
          <a:xfrm>
            <a:off x="15278698" y="9560834"/>
            <a:ext cx="317504" cy="304419"/>
          </a:xfrm>
          <a:prstGeom prst="rect">
            <a:avLst/>
          </a:prstGeom>
        </p:spPr>
        <p:txBody>
          <a:bodyPr lIns="53517" tIns="53517" rIns="53517" bIns="53517"/>
          <a:lstStyle>
            <a:lvl1pPr defTabSz="609600">
              <a:defRPr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ruttura predefinit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Titolo Testo"/>
          <p:cNvSpPr txBox="1"/>
          <p:nvPr>
            <p:ph type="title"/>
          </p:nvPr>
        </p:nvSpPr>
        <p:spPr>
          <a:xfrm>
            <a:off x="5687815" y="2903126"/>
            <a:ext cx="13008370" cy="1787408"/>
          </a:xfrm>
          <a:prstGeom prst="rect">
            <a:avLst/>
          </a:prstGeom>
        </p:spPr>
        <p:txBody>
          <a:bodyPr lIns="35688" tIns="35688" rIns="35688" bIns="35688"/>
          <a:lstStyle>
            <a:lvl1pPr marL="81280" marR="81280" algn="ctr" defTabSz="1821773">
              <a:buFont typeface="Arial"/>
              <a:defRPr cap="all" sz="8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999" name="Corpo livello uno…"/>
          <p:cNvSpPr txBox="1"/>
          <p:nvPr>
            <p:ph type="body" sz="half" idx="1"/>
          </p:nvPr>
        </p:nvSpPr>
        <p:spPr>
          <a:xfrm>
            <a:off x="5687815" y="4694399"/>
            <a:ext cx="13008370" cy="6227601"/>
          </a:xfrm>
          <a:prstGeom prst="rect">
            <a:avLst/>
          </a:prstGeom>
        </p:spPr>
        <p:txBody>
          <a:bodyPr lIns="35688" tIns="35688" rIns="35688" bIns="35688"/>
          <a:lstStyle>
            <a:lvl1pPr marL="438404" marR="81280" indent="-397763" defTabSz="1821773">
              <a:lnSpc>
                <a:spcPct val="130000"/>
              </a:lnSpc>
              <a:spcBef>
                <a:spcPts val="1400"/>
              </a:spcBef>
              <a:buSzPct val="100000"/>
              <a:buChar char="•"/>
              <a:defRPr sz="5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826452" marR="81280" indent="-328612" defTabSz="1821773">
              <a:lnSpc>
                <a:spcPct val="130000"/>
              </a:lnSpc>
              <a:spcBef>
                <a:spcPts val="1200"/>
              </a:spcBef>
              <a:buSzPct val="100000"/>
              <a:buChar char="–"/>
              <a:defRPr sz="4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1209039" marR="81280" indent="-254000" defTabSz="1821773">
              <a:lnSpc>
                <a:spcPct val="130000"/>
              </a:lnSpc>
              <a:spcBef>
                <a:spcPts val="1100"/>
              </a:spcBef>
              <a:buSzPct val="100000"/>
              <a:buChar char="•"/>
              <a:defRPr sz="4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1640839" marR="81280" indent="-228600" defTabSz="1821773">
              <a:lnSpc>
                <a:spcPct val="130000"/>
              </a:lnSpc>
              <a:spcBef>
                <a:spcPts val="900"/>
              </a:spcBef>
              <a:buSzPct val="100000"/>
              <a:buChar char="–"/>
              <a:defRPr sz="2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2098039" marR="81280" indent="-228600" defTabSz="1821773">
              <a:lnSpc>
                <a:spcPct val="130000"/>
              </a:lnSpc>
              <a:spcBef>
                <a:spcPts val="900"/>
              </a:spcBef>
              <a:buSzPct val="100000"/>
              <a:buChar char="»"/>
              <a:defRPr sz="2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000" name="Numero diapositiva"/>
          <p:cNvSpPr txBox="1"/>
          <p:nvPr>
            <p:ph type="sldNum" sz="quarter" idx="2"/>
          </p:nvPr>
        </p:nvSpPr>
        <p:spPr>
          <a:xfrm>
            <a:off x="16758032" y="10195748"/>
            <a:ext cx="503763" cy="355168"/>
          </a:xfrm>
          <a:prstGeom prst="rect">
            <a:avLst/>
          </a:prstGeom>
        </p:spPr>
        <p:txBody>
          <a:bodyPr lIns="35688" tIns="35688" rIns="35688" bIns="35688"/>
          <a:lstStyle>
            <a:lvl1pPr defTabSz="918414">
              <a:buFont typeface="Arial"/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Autore e data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>
            <a:normAutofit fontScale="100000" lnSpcReduction="0"/>
          </a:bodyPr>
          <a:lstStyle>
            <a:lvl1pPr marL="0" marR="0" indent="0" defTabSz="825500">
              <a:spcBef>
                <a:spcPts val="0"/>
              </a:spcBef>
              <a:buFont typeface="Arial"/>
              <a:defRPr b="1" sz="36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Autore e data</a:t>
            </a:r>
          </a:p>
        </p:txBody>
      </p:sp>
      <p:sp>
        <p:nvSpPr>
          <p:cNvPr id="1008" name="Titolo presentazion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lIns="50800" tIns="50800" rIns="50800" bIns="50800" anchor="b">
            <a:normAutofit fontScale="100000" lnSpcReduction="0"/>
          </a:bodyPr>
          <a:lstStyle>
            <a:lvl1pPr marL="0" marR="0" defTabSz="2438338">
              <a:lnSpc>
                <a:spcPct val="80000"/>
              </a:lnSpc>
              <a:buFont typeface="Arial"/>
              <a:defRPr b="1" spc="-232" sz="11600">
                <a:solidFill>
                  <a:srgbClr val="FFFFFF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Titolo presentazione</a:t>
            </a:r>
          </a:p>
        </p:txBody>
      </p:sp>
      <p:sp>
        <p:nvSpPr>
          <p:cNvPr id="1009" name="Corpo livello uno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 lIns="50800" tIns="50800" rIns="50800" bIns="50800">
            <a:normAutofit fontScale="100000" lnSpcReduction="0"/>
          </a:bodyPr>
          <a:lstStyle>
            <a:lvl1pPr marL="0" marR="0" indent="0" defTabSz="825500">
              <a:spcBef>
                <a:spcPts val="0"/>
              </a:spcBef>
              <a:buFont typeface="Arial"/>
              <a:defRPr b="1" sz="55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34389" marR="0" indent="-377189" defTabSz="825500">
              <a:spcBef>
                <a:spcPts val="0"/>
              </a:spcBef>
              <a:buSzPct val="100000"/>
              <a:buFont typeface="Arial"/>
              <a:buChar char="•"/>
              <a:defRPr b="1" sz="55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914400" marR="0" indent="0" defTabSz="825500">
              <a:spcBef>
                <a:spcPts val="0"/>
              </a:spcBef>
              <a:buSzPct val="100000"/>
              <a:buFont typeface="Arial"/>
              <a:buChar char="•"/>
              <a:defRPr b="1" sz="55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371600" marR="0" indent="0" defTabSz="825500">
              <a:spcBef>
                <a:spcPts val="0"/>
              </a:spcBef>
              <a:buSzPct val="100000"/>
              <a:buFont typeface="Arial"/>
              <a:buChar char="•"/>
              <a:defRPr b="1" sz="55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828800" marR="0" indent="0" defTabSz="825500">
              <a:spcBef>
                <a:spcPts val="0"/>
              </a:spcBef>
              <a:buSzPct val="100000"/>
              <a:buFont typeface="Arial"/>
              <a:buChar char="•"/>
              <a:defRPr b="1" sz="55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Sottotitolo presentazione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0" name="Numero diapositiva"/>
          <p:cNvSpPr txBox="1"/>
          <p:nvPr>
            <p:ph type="sldNum" sz="quarter" idx="2"/>
          </p:nvPr>
        </p:nvSpPr>
        <p:spPr>
          <a:xfrm>
            <a:off x="11946026" y="13080999"/>
            <a:ext cx="491948" cy="374600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584200">
              <a:buFont typeface="Arial"/>
              <a:defRPr sz="1800">
                <a:solidFill>
                  <a:srgbClr val="FFFFFF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Autore e data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>
            <a:normAutofit fontScale="100000" lnSpcReduction="0"/>
          </a:bodyPr>
          <a:lstStyle>
            <a:lvl1pPr marL="0" marR="0" indent="0" defTabSz="825500">
              <a:spcBef>
                <a:spcPts val="0"/>
              </a:spcBef>
              <a:defRPr b="1" sz="36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Autore e data</a:t>
            </a:r>
          </a:p>
        </p:txBody>
      </p:sp>
      <p:sp>
        <p:nvSpPr>
          <p:cNvPr id="1018" name="Titolo presentazion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lIns="50800" tIns="50800" rIns="50800" bIns="50800" anchor="b">
            <a:normAutofit fontScale="100000" lnSpcReduction="0"/>
          </a:bodyPr>
          <a:lstStyle>
            <a:lvl1pPr marL="0" marR="0" defTabSz="2438338">
              <a:lnSpc>
                <a:spcPct val="80000"/>
              </a:lnSpc>
              <a:defRPr b="1" spc="-232" sz="11600">
                <a:solidFill>
                  <a:srgbClr val="FFFFFF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Titolo presentazione</a:t>
            </a:r>
          </a:p>
        </p:txBody>
      </p:sp>
      <p:sp>
        <p:nvSpPr>
          <p:cNvPr id="1019" name="Corpo livello uno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 lIns="50800" tIns="50800" rIns="50800" bIns="50800">
            <a:normAutofit fontScale="100000" lnSpcReduction="0"/>
          </a:bodyPr>
          <a:lstStyle>
            <a:lvl1pPr marL="0" marR="0" indent="0" defTabSz="825500">
              <a:spcBef>
                <a:spcPts val="0"/>
              </a:spcBef>
              <a:defRPr b="1" sz="55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457200" defTabSz="825500">
              <a:spcBef>
                <a:spcPts val="0"/>
              </a:spcBef>
              <a:defRPr b="1" sz="55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914400" defTabSz="825500">
              <a:spcBef>
                <a:spcPts val="0"/>
              </a:spcBef>
              <a:defRPr b="1" sz="55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1371600" defTabSz="825500">
              <a:spcBef>
                <a:spcPts val="0"/>
              </a:spcBef>
              <a:defRPr b="1" sz="55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1828800" defTabSz="825500">
              <a:spcBef>
                <a:spcPts val="0"/>
              </a:spcBef>
              <a:defRPr b="1" sz="55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Sottotitolo presentazione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20" name="Numero diapositiva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584200">
              <a:defRPr sz="1800">
                <a:solidFill>
                  <a:srgbClr val="FFFFFF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Autore e data"/>
          <p:cNvSpPr txBox="1"/>
          <p:nvPr>
            <p:ph type="body" sz="quarter" idx="21" hasCustomPrompt="1"/>
          </p:nvPr>
        </p:nvSpPr>
        <p:spPr>
          <a:xfrm>
            <a:off x="3952873" y="10593786"/>
            <a:ext cx="16478254" cy="477735"/>
          </a:xfrm>
          <a:prstGeom prst="rect">
            <a:avLst/>
          </a:prstGeom>
        </p:spPr>
        <p:txBody>
          <a:bodyPr lIns="34290" tIns="34290" rIns="34290" bIns="34290" anchor="b">
            <a:normAutofit fontScale="100000" lnSpcReduction="0"/>
          </a:bodyPr>
          <a:lstStyle>
            <a:lvl1pPr marL="0" marR="0" indent="0" defTabSz="726440">
              <a:spcBef>
                <a:spcPts val="0"/>
              </a:spcBef>
              <a:defRPr b="1" sz="2816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Autore e data</a:t>
            </a:r>
          </a:p>
        </p:txBody>
      </p:sp>
      <p:sp>
        <p:nvSpPr>
          <p:cNvPr id="1028" name="Titolo presentazione"/>
          <p:cNvSpPr txBox="1"/>
          <p:nvPr>
            <p:ph type="title" hasCustomPrompt="1"/>
          </p:nvPr>
        </p:nvSpPr>
        <p:spPr>
          <a:xfrm>
            <a:off x="3952872" y="3645742"/>
            <a:ext cx="16478254" cy="3486152"/>
          </a:xfrm>
          <a:prstGeom prst="rect">
            <a:avLst/>
          </a:prstGeom>
        </p:spPr>
        <p:txBody>
          <a:bodyPr lIns="38100" tIns="38100" rIns="38100" bIns="38100" anchor="b">
            <a:normAutofit fontScale="100000" lnSpcReduction="0"/>
          </a:bodyPr>
          <a:lstStyle>
            <a:lvl1pPr marL="0" marR="0" defTabSz="2438339">
              <a:lnSpc>
                <a:spcPct val="80000"/>
              </a:lnSpc>
              <a:defRPr b="1" spc="-228" sz="11400">
                <a:solidFill>
                  <a:srgbClr val="FFFFFF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Titolo presentazione</a:t>
            </a:r>
          </a:p>
        </p:txBody>
      </p:sp>
      <p:sp>
        <p:nvSpPr>
          <p:cNvPr id="1029" name="Corpo livello uno…"/>
          <p:cNvSpPr txBox="1"/>
          <p:nvPr>
            <p:ph type="body" sz="quarter" idx="1" hasCustomPrompt="1"/>
          </p:nvPr>
        </p:nvSpPr>
        <p:spPr>
          <a:xfrm>
            <a:off x="3952874" y="7112148"/>
            <a:ext cx="16478251" cy="1428751"/>
          </a:xfrm>
          <a:prstGeom prst="rect">
            <a:avLst/>
          </a:prstGeom>
        </p:spPr>
        <p:txBody>
          <a:bodyPr lIns="38100" tIns="38100" rIns="38100" bIns="38100">
            <a:normAutofit fontScale="100000" lnSpcReduction="0"/>
          </a:bodyPr>
          <a:lstStyle>
            <a:lvl1pPr marL="0" marR="0" indent="0" defTabSz="825500">
              <a:spcBef>
                <a:spcPts val="0"/>
              </a:spcBef>
              <a:defRPr b="1" sz="52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457200" defTabSz="825500">
              <a:spcBef>
                <a:spcPts val="0"/>
              </a:spcBef>
              <a:defRPr b="1" sz="52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914400" defTabSz="825500">
              <a:spcBef>
                <a:spcPts val="0"/>
              </a:spcBef>
              <a:defRPr b="1" sz="52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1371600" defTabSz="825500">
              <a:spcBef>
                <a:spcPts val="0"/>
              </a:spcBef>
              <a:defRPr b="1" sz="52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1828800" defTabSz="825500">
              <a:spcBef>
                <a:spcPts val="0"/>
              </a:spcBef>
              <a:defRPr b="1" sz="52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Sottotitolo presentazione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30" name="Numero diapositiva"/>
          <p:cNvSpPr txBox="1"/>
          <p:nvPr>
            <p:ph type="sldNum" sz="quarter" idx="2"/>
          </p:nvPr>
        </p:nvSpPr>
        <p:spPr>
          <a:xfrm>
            <a:off x="12034570" y="11507088"/>
            <a:ext cx="314860" cy="299111"/>
          </a:xfrm>
          <a:prstGeom prst="rect">
            <a:avLst/>
          </a:prstGeom>
        </p:spPr>
        <p:txBody>
          <a:bodyPr lIns="38100" tIns="38100" rIns="38100" bIns="38100" anchor="b"/>
          <a:lstStyle>
            <a:lvl1pPr defTabSz="584200">
              <a:defRPr sz="1600">
                <a:solidFill>
                  <a:srgbClr val="FFFFFF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Titolo diapositiva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</p:spPr>
        <p:txBody>
          <a:bodyPr lIns="50800" tIns="50800" rIns="50800" bIns="50800" anchor="t">
            <a:normAutofit fontScale="100000" lnSpcReduction="0"/>
          </a:bodyPr>
          <a:lstStyle>
            <a:lvl1pPr marL="0" marR="0" defTabSz="2438338">
              <a:lnSpc>
                <a:spcPct val="80000"/>
              </a:lnSpc>
              <a:defRPr b="1" spc="-170" sz="8500">
                <a:solidFill>
                  <a:srgbClr val="FFFFFF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Titolo diapositiva</a:t>
            </a:r>
          </a:p>
        </p:txBody>
      </p:sp>
      <p:sp>
        <p:nvSpPr>
          <p:cNvPr id="1038" name="Sottotitolo diapositiva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 marL="0" marR="0" indent="0" defTabSz="825500">
              <a:spcBef>
                <a:spcPts val="0"/>
              </a:spcBef>
              <a:defRPr b="1" sz="55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1039" name="Corpo livello uno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 lIns="50800" tIns="50800" rIns="50800" bIns="50800">
            <a:normAutofit fontScale="100000" lnSpcReduction="0"/>
          </a:bodyPr>
          <a:lstStyle>
            <a:lvl1pPr marL="609600" marR="0" indent="-609600" defTabSz="2438338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19200" marR="0" indent="-609600" defTabSz="2438338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828800" marR="0" indent="-609600" defTabSz="2438338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438400" marR="0" indent="-609600" defTabSz="2438338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048000" marR="0" indent="-609600" defTabSz="2438338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40" name="Numero diapositiva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584200">
              <a:defRPr sz="1800">
                <a:solidFill>
                  <a:srgbClr val="FFFFFF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- Centra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Titolo Testo"/>
          <p:cNvSpPr txBox="1"/>
          <p:nvPr>
            <p:ph type="title"/>
          </p:nvPr>
        </p:nvSpPr>
        <p:spPr>
          <a:xfrm>
            <a:off x="6374814" y="5274333"/>
            <a:ext cx="11634372" cy="3176256"/>
          </a:xfrm>
          <a:prstGeom prst="rect">
            <a:avLst/>
          </a:prstGeom>
        </p:spPr>
        <p:txBody>
          <a:bodyPr lIns="35688" tIns="35688" rIns="35688" bIns="35688"/>
          <a:lstStyle>
            <a:lvl1pPr marL="0" marR="0" algn="ctr" defTabSz="828078">
              <a:defRPr cap="all" sz="10800">
                <a:solidFill>
                  <a:srgbClr val="FFFFFF"/>
                </a:solidFill>
                <a:uFillTx/>
                <a:latin typeface="Alien League Regular"/>
                <a:ea typeface="Alien League Regular"/>
                <a:cs typeface="Alien League Regular"/>
                <a:sym typeface="Alien League Regular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048" name="Numero diapositiva"/>
          <p:cNvSpPr txBox="1"/>
          <p:nvPr>
            <p:ph type="sldNum" sz="quarter" idx="2"/>
          </p:nvPr>
        </p:nvSpPr>
        <p:spPr>
          <a:xfrm>
            <a:off x="12015154" y="10538350"/>
            <a:ext cx="338077" cy="363478"/>
          </a:xfrm>
          <a:prstGeom prst="rect">
            <a:avLst/>
          </a:prstGeom>
        </p:spPr>
        <p:txBody>
          <a:bodyPr lIns="35688" tIns="35688" rIns="35688" bIns="35688"/>
          <a:lstStyle>
            <a:lvl1pPr defTabSz="828078">
              <a:defRPr sz="2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Titolo Testo"/>
          <p:cNvSpPr txBox="1"/>
          <p:nvPr>
            <p:ph type="title"/>
          </p:nvPr>
        </p:nvSpPr>
        <p:spPr>
          <a:xfrm>
            <a:off x="6000088" y="4150153"/>
            <a:ext cx="12392747" cy="2739074"/>
          </a:xfrm>
          <a:prstGeom prst="rect">
            <a:avLst/>
          </a:prstGeom>
        </p:spPr>
        <p:txBody>
          <a:bodyPr lIns="35688" tIns="35688" rIns="35688" bIns="35688" anchor="b"/>
          <a:lstStyle>
            <a:lvl1pPr marL="0" marR="0" algn="ctr" defTabSz="843134">
              <a:defRPr cap="all" sz="10800">
                <a:solidFill>
                  <a:srgbClr val="FFFFFF"/>
                </a:solidFill>
                <a:uFillTx/>
                <a:latin typeface="Alien League Regular"/>
                <a:ea typeface="Alien League Regular"/>
                <a:cs typeface="Alien League Regular"/>
                <a:sym typeface="Alien League Regular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056" name="Corpo livello uno…"/>
          <p:cNvSpPr txBox="1"/>
          <p:nvPr>
            <p:ph type="body" sz="quarter" idx="1"/>
          </p:nvPr>
        </p:nvSpPr>
        <p:spPr>
          <a:xfrm>
            <a:off x="6000088" y="6969525"/>
            <a:ext cx="12392747" cy="936818"/>
          </a:xfrm>
          <a:prstGeom prst="rect">
            <a:avLst/>
          </a:prstGeom>
        </p:spPr>
        <p:txBody>
          <a:bodyPr lIns="35688" tIns="35688" rIns="35688" bIns="35688"/>
          <a:lstStyle>
            <a:lvl1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1pPr>
            <a:lvl2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2pPr>
            <a:lvl3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3pPr>
            <a:lvl4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4pPr>
            <a:lvl5pPr marL="0" marR="0" indent="0" algn="ctr" defTabSz="843134">
              <a:lnSpc>
                <a:spcPct val="130000"/>
              </a:lnSpc>
              <a:spcBef>
                <a:spcPts val="0"/>
              </a:spcBef>
              <a:defRPr sz="6000">
                <a:uFillTx/>
                <a:latin typeface="Neogrey"/>
                <a:ea typeface="Neogrey"/>
                <a:cs typeface="Neogrey"/>
                <a:sym typeface="Neogrey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057" name="Numero diapositiva"/>
          <p:cNvSpPr txBox="1"/>
          <p:nvPr>
            <p:ph type="sldNum" sz="quarter" idx="2"/>
          </p:nvPr>
        </p:nvSpPr>
        <p:spPr>
          <a:xfrm>
            <a:off x="12039021" y="10556195"/>
            <a:ext cx="287277" cy="312677"/>
          </a:xfrm>
          <a:prstGeom prst="rect">
            <a:avLst/>
          </a:prstGeom>
        </p:spPr>
        <p:txBody>
          <a:bodyPr lIns="35688" tIns="35688" rIns="35688" bIns="35688"/>
          <a:lstStyle>
            <a:lvl1pPr defTabSz="843134">
              <a:defRPr sz="16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Titolo Testo"/>
          <p:cNvSpPr txBox="1"/>
          <p:nvPr>
            <p:ph type="title"/>
          </p:nvPr>
        </p:nvSpPr>
        <p:spPr>
          <a:xfrm>
            <a:off x="5662841" y="2795114"/>
            <a:ext cx="13408415" cy="2825211"/>
          </a:xfrm>
          <a:prstGeom prst="rect">
            <a:avLst/>
          </a:prstGeom>
        </p:spPr>
        <p:txBody>
          <a:bodyPr lIns="35678" tIns="35678" rIns="35678" bIns="35678"/>
          <a:lstStyle>
            <a:lvl1pPr marL="81280" marR="81280" defTabSz="1821773">
              <a:lnSpc>
                <a:spcPct val="150000"/>
              </a:lnSpc>
              <a:defRPr sz="4000"/>
            </a:lvl1pPr>
          </a:lstStyle>
          <a:p>
            <a:pPr/>
            <a:r>
              <a:t>Titolo Testo</a:t>
            </a:r>
          </a:p>
        </p:txBody>
      </p:sp>
      <p:sp>
        <p:nvSpPr>
          <p:cNvPr id="1065" name="Corpo livello uno…"/>
          <p:cNvSpPr txBox="1"/>
          <p:nvPr>
            <p:ph type="body" sz="half" idx="1"/>
          </p:nvPr>
        </p:nvSpPr>
        <p:spPr>
          <a:xfrm>
            <a:off x="6064223" y="5151964"/>
            <a:ext cx="13004801" cy="5768922"/>
          </a:xfrm>
          <a:prstGeom prst="rect">
            <a:avLst/>
          </a:prstGeom>
        </p:spPr>
        <p:txBody>
          <a:bodyPr lIns="35678" tIns="35678" rIns="35678" bIns="35678"/>
          <a:lstStyle>
            <a:lvl1pPr marL="767079" marR="81280" indent="-685799" defTabSz="1821773">
              <a:spcBef>
                <a:spcPts val="600"/>
              </a:spcBef>
              <a:defRPr sz="2000"/>
            </a:lvl1pPr>
            <a:lvl2pPr marL="1567178" marR="81280" indent="-571498" defTabSz="1821773">
              <a:spcBef>
                <a:spcPts val="600"/>
              </a:spcBef>
              <a:defRPr sz="2000"/>
            </a:lvl2pPr>
            <a:lvl3pPr marL="2367279" marR="81280" indent="-457199" defTabSz="1821773">
              <a:spcBef>
                <a:spcPts val="600"/>
              </a:spcBef>
              <a:defRPr sz="2000"/>
            </a:lvl3pPr>
            <a:lvl4pPr marL="3281680" marR="81280" indent="-457200" defTabSz="1821773">
              <a:spcBef>
                <a:spcPts val="600"/>
              </a:spcBef>
              <a:defRPr sz="2000"/>
            </a:lvl4pPr>
            <a:lvl5pPr marL="4196079" marR="81280" indent="-457200" defTabSz="1821773">
              <a:spcBef>
                <a:spcPts val="600"/>
              </a:spcBef>
              <a:defRPr sz="2000"/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066" name="Numero diapositiva"/>
          <p:cNvSpPr txBox="1"/>
          <p:nvPr>
            <p:ph type="sldNum" sz="quarter" idx="2"/>
          </p:nvPr>
        </p:nvSpPr>
        <p:spPr>
          <a:xfrm>
            <a:off x="16825340" y="10194833"/>
            <a:ext cx="366506" cy="376158"/>
          </a:xfrm>
          <a:prstGeom prst="rect">
            <a:avLst/>
          </a:prstGeom>
        </p:spPr>
        <p:txBody>
          <a:bodyPr lIns="35678" tIns="35678" rIns="35678" bIns="35678"/>
          <a:lstStyle>
            <a:lvl1pPr defTabSz="918414">
              <a:defRPr sz="20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Titolo Testo"/>
          <p:cNvSpPr txBox="1"/>
          <p:nvPr>
            <p:ph type="title"/>
          </p:nvPr>
        </p:nvSpPr>
        <p:spPr>
          <a:xfrm>
            <a:off x="8744779" y="5258637"/>
            <a:ext cx="6894443" cy="1628443"/>
          </a:xfrm>
          <a:prstGeom prst="rect">
            <a:avLst/>
          </a:prstGeom>
        </p:spPr>
        <p:txBody>
          <a:bodyPr lIns="21148" tIns="21148" rIns="21148" bIns="21148" anchor="b"/>
          <a:lstStyle>
            <a:lvl1pPr marL="0" marR="0" algn="ctr" defTabSz="828079">
              <a:defRPr cap="all" sz="10800">
                <a:solidFill>
                  <a:srgbClr val="FFFFFF"/>
                </a:solidFill>
                <a:uFillTx/>
                <a:latin typeface="Alien League Regular"/>
                <a:ea typeface="Alien League Regular"/>
                <a:cs typeface="Alien League Regular"/>
                <a:sym typeface="Alien League Regular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074" name="Corpo livello uno…"/>
          <p:cNvSpPr txBox="1"/>
          <p:nvPr>
            <p:ph type="body" sz="quarter" idx="1"/>
          </p:nvPr>
        </p:nvSpPr>
        <p:spPr>
          <a:xfrm>
            <a:off x="8744779" y="6929376"/>
            <a:ext cx="6894443" cy="560439"/>
          </a:xfrm>
          <a:prstGeom prst="rect">
            <a:avLst/>
          </a:prstGeom>
        </p:spPr>
        <p:txBody>
          <a:bodyPr lIns="21148" tIns="21148" rIns="21148" bIns="21148"/>
          <a:lstStyle>
            <a:lvl1pPr marL="0" marR="0" indent="0" algn="ctr" defTabSz="828079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828079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828079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828079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828079">
              <a:spcBef>
                <a:spcPts val="0"/>
              </a:spcBef>
              <a:defRPr sz="42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075" name="Numero diapositiva"/>
          <p:cNvSpPr txBox="1"/>
          <p:nvPr>
            <p:ph type="sldNum" sz="quarter" idx="2"/>
          </p:nvPr>
        </p:nvSpPr>
        <p:spPr>
          <a:xfrm>
            <a:off x="12045575" y="9038948"/>
            <a:ext cx="283598" cy="308998"/>
          </a:xfrm>
          <a:prstGeom prst="rect">
            <a:avLst/>
          </a:prstGeom>
        </p:spPr>
        <p:txBody>
          <a:bodyPr lIns="21148" tIns="21148" rIns="21148" bIns="21148"/>
          <a:lstStyle>
            <a:lvl1pPr defTabSz="828079">
              <a:defRPr sz="18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 copia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Titolo Testo"/>
          <p:cNvSpPr txBox="1"/>
          <p:nvPr>
            <p:ph type="title"/>
          </p:nvPr>
        </p:nvSpPr>
        <p:spPr>
          <a:xfrm>
            <a:off x="6381985" y="4156192"/>
            <a:ext cx="11627556" cy="2754490"/>
          </a:xfrm>
          <a:prstGeom prst="rect">
            <a:avLst/>
          </a:prstGeom>
        </p:spPr>
        <p:txBody>
          <a:bodyPr lIns="30103" tIns="30103" rIns="30103" bIns="30103" anchor="b">
            <a:normAutofit fontScale="100000" lnSpcReduction="0"/>
          </a:bodyPr>
          <a:lstStyle>
            <a:lvl1pPr marL="0" marR="0" algn="ctr" defTabSz="825500">
              <a:defRPr sz="110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083" name="Corpo livello uno…"/>
          <p:cNvSpPr txBox="1"/>
          <p:nvPr>
            <p:ph type="body" sz="quarter" idx="1"/>
          </p:nvPr>
        </p:nvSpPr>
        <p:spPr>
          <a:xfrm>
            <a:off x="6381985" y="6985941"/>
            <a:ext cx="11627556" cy="940741"/>
          </a:xfrm>
          <a:prstGeom prst="rect">
            <a:avLst/>
          </a:prstGeom>
        </p:spPr>
        <p:txBody>
          <a:bodyPr lIns="30103" tIns="30103" rIns="30103" bIns="30103">
            <a:normAutofit fontScale="100000" lnSpcReduction="0"/>
          </a:bodyPr>
          <a:lstStyle>
            <a:lvl1pPr marL="0" marR="0" indent="0" algn="ctr" defTabSz="825500">
              <a:spcBef>
                <a:spcPts val="0"/>
              </a:spcBef>
              <a:defRPr sz="4200">
                <a:uFillTx/>
              </a:defRPr>
            </a:lvl1pPr>
            <a:lvl2pPr marL="0" marR="0" indent="228600" algn="ctr" defTabSz="825500">
              <a:spcBef>
                <a:spcPts val="0"/>
              </a:spcBef>
              <a:defRPr sz="4200">
                <a:uFillTx/>
              </a:defRPr>
            </a:lvl2pPr>
            <a:lvl3pPr marL="0" marR="0" indent="457200" algn="ctr" defTabSz="825500">
              <a:spcBef>
                <a:spcPts val="0"/>
              </a:spcBef>
              <a:defRPr sz="4200">
                <a:uFillTx/>
              </a:defRPr>
            </a:lvl3pPr>
            <a:lvl4pPr marL="0" marR="0" indent="685800" algn="ctr" defTabSz="825500">
              <a:spcBef>
                <a:spcPts val="0"/>
              </a:spcBef>
              <a:defRPr sz="4200">
                <a:uFillTx/>
              </a:defRPr>
            </a:lvl4pPr>
            <a:lvl5pPr marL="0" marR="0" indent="914400" algn="ctr" defTabSz="825500">
              <a:spcBef>
                <a:spcPts val="0"/>
              </a:spcBef>
              <a:defRPr sz="4200">
                <a:uFillTx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084" name="Numero diapositiva"/>
          <p:cNvSpPr txBox="1"/>
          <p:nvPr>
            <p:ph type="sldNum" sz="quarter" idx="2"/>
          </p:nvPr>
        </p:nvSpPr>
        <p:spPr>
          <a:xfrm>
            <a:off x="12008321" y="10508074"/>
            <a:ext cx="355356" cy="365008"/>
          </a:xfrm>
          <a:prstGeom prst="rect">
            <a:avLst/>
          </a:prstGeom>
        </p:spPr>
        <p:txBody>
          <a:bodyPr lIns="30103" tIns="30103" rIns="30103" bIns="30103"/>
          <a:lstStyle>
            <a:lvl1pPr defTabSz="825500">
              <a:defRPr sz="20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sottotitol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Titolo Testo"/>
          <p:cNvSpPr txBox="1"/>
          <p:nvPr>
            <p:ph type="title"/>
          </p:nvPr>
        </p:nvSpPr>
        <p:spPr>
          <a:xfrm>
            <a:off x="6374814" y="4159075"/>
            <a:ext cx="11634372" cy="2747997"/>
          </a:xfrm>
          <a:prstGeom prst="rect">
            <a:avLst/>
          </a:prstGeom>
        </p:spPr>
        <p:txBody>
          <a:bodyPr lIns="35688" tIns="35688" rIns="35688" bIns="35688" anchor="b"/>
          <a:lstStyle>
            <a:lvl1pPr marL="0" marR="0" algn="ctr" defTabSz="828079">
              <a:defRPr cap="all" sz="10800">
                <a:solidFill>
                  <a:srgbClr val="FFFFFF"/>
                </a:solidFill>
                <a:uFillTx/>
                <a:latin typeface="Alien League Regular"/>
                <a:ea typeface="Alien League Regular"/>
                <a:cs typeface="Alien League Regular"/>
                <a:sym typeface="Alien League Regular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092" name="Corpo livello uno…"/>
          <p:cNvSpPr txBox="1"/>
          <p:nvPr>
            <p:ph type="body" sz="quarter" idx="1"/>
          </p:nvPr>
        </p:nvSpPr>
        <p:spPr>
          <a:xfrm>
            <a:off x="6374814" y="6978447"/>
            <a:ext cx="11634372" cy="945740"/>
          </a:xfrm>
          <a:prstGeom prst="rect">
            <a:avLst/>
          </a:prstGeom>
        </p:spPr>
        <p:txBody>
          <a:bodyPr lIns="35688" tIns="35688" rIns="35688" bIns="35688"/>
          <a:lstStyle>
            <a:lvl1pPr marL="0" marR="0" indent="0" algn="ctr" defTabSz="828079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0" marR="0" indent="0" algn="ctr" defTabSz="828079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0" marR="0" indent="0" algn="ctr" defTabSz="828079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0" marR="0" indent="0" algn="ctr" defTabSz="828079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0" marR="0" indent="0" algn="ctr" defTabSz="828079">
              <a:spcBef>
                <a:spcPts val="0"/>
              </a:spcBef>
              <a:defRPr sz="46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093" name="Numero diapositiva"/>
          <p:cNvSpPr txBox="1"/>
          <p:nvPr>
            <p:ph type="sldNum" sz="quarter" idx="2"/>
          </p:nvPr>
        </p:nvSpPr>
        <p:spPr>
          <a:xfrm>
            <a:off x="12015154" y="10538350"/>
            <a:ext cx="338077" cy="363478"/>
          </a:xfrm>
          <a:prstGeom prst="rect">
            <a:avLst/>
          </a:prstGeom>
        </p:spPr>
        <p:txBody>
          <a:bodyPr lIns="35688" tIns="35688" rIns="35688" bIns="35688"/>
          <a:lstStyle>
            <a:lvl1pPr defTabSz="828079">
              <a:defRPr sz="2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 punti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Titolo Testo"/>
          <p:cNvSpPr txBox="1"/>
          <p:nvPr>
            <p:ph type="title"/>
          </p:nvPr>
        </p:nvSpPr>
        <p:spPr>
          <a:xfrm>
            <a:off x="6374814" y="2999207"/>
            <a:ext cx="11634372" cy="2034232"/>
          </a:xfrm>
          <a:prstGeom prst="rect">
            <a:avLst/>
          </a:prstGeom>
        </p:spPr>
        <p:txBody>
          <a:bodyPr lIns="35688" tIns="35688" rIns="35688" bIns="35688"/>
          <a:lstStyle>
            <a:lvl1pPr marL="0" marR="0" algn="ctr" defTabSz="828079">
              <a:defRPr cap="all" sz="10800">
                <a:solidFill>
                  <a:srgbClr val="FFFFFF"/>
                </a:solidFill>
                <a:uFillTx/>
                <a:latin typeface="Alien League Regular"/>
                <a:ea typeface="Alien League Regular"/>
                <a:cs typeface="Alien League Regular"/>
                <a:sym typeface="Alien League Regular"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101" name="Corpo livello uno…"/>
          <p:cNvSpPr txBox="1"/>
          <p:nvPr>
            <p:ph type="body" sz="quarter" idx="1"/>
          </p:nvPr>
        </p:nvSpPr>
        <p:spPr>
          <a:xfrm>
            <a:off x="6374814" y="5104814"/>
            <a:ext cx="11634372" cy="4764383"/>
          </a:xfrm>
          <a:prstGeom prst="rect">
            <a:avLst/>
          </a:prstGeom>
        </p:spPr>
        <p:txBody>
          <a:bodyPr lIns="35688" tIns="35688" rIns="35688" bIns="35688" anchor="ctr"/>
          <a:lstStyle>
            <a:lvl1pPr marL="960437" marR="0" indent="-642937" defTabSz="828079">
              <a:spcBef>
                <a:spcPts val="34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1404937" marR="0" indent="-642937" defTabSz="828079">
              <a:spcBef>
                <a:spcPts val="34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1849437" marR="0" indent="-642937" defTabSz="828079">
              <a:spcBef>
                <a:spcPts val="34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93937" marR="0" indent="-642937" defTabSz="828079">
              <a:spcBef>
                <a:spcPts val="34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738437" marR="0" indent="-642937" defTabSz="828079">
              <a:spcBef>
                <a:spcPts val="3400"/>
              </a:spcBef>
              <a:buSzPct val="171000"/>
              <a:buChar char="•"/>
              <a:defRPr sz="5400">
                <a:uFillTx/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102" name="Numero diapositiva"/>
          <p:cNvSpPr txBox="1"/>
          <p:nvPr>
            <p:ph type="sldNum" sz="quarter" idx="2"/>
          </p:nvPr>
        </p:nvSpPr>
        <p:spPr>
          <a:xfrm>
            <a:off x="12015154" y="10538350"/>
            <a:ext cx="338077" cy="363478"/>
          </a:xfrm>
          <a:prstGeom prst="rect">
            <a:avLst/>
          </a:prstGeom>
        </p:spPr>
        <p:txBody>
          <a:bodyPr lIns="35688" tIns="35688" rIns="35688" bIns="35688"/>
          <a:lstStyle>
            <a:lvl1pPr defTabSz="828079">
              <a:defRPr sz="2000">
                <a:solidFill>
                  <a:srgbClr val="FFFFFF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- Centra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Titolo Testo"/>
          <p:cNvSpPr txBox="1"/>
          <p:nvPr>
            <p:ph type="title"/>
          </p:nvPr>
        </p:nvSpPr>
        <p:spPr>
          <a:xfrm>
            <a:off x="7831666" y="5482166"/>
            <a:ext cx="8720668" cy="2751668"/>
          </a:xfrm>
          <a:prstGeom prst="rect">
            <a:avLst/>
          </a:prstGeom>
        </p:spPr>
        <p:txBody>
          <a:bodyPr lIns="42333" tIns="42333" rIns="42333" bIns="42333">
            <a:normAutofit fontScale="100000" lnSpcReduction="0"/>
          </a:bodyPr>
          <a:lstStyle>
            <a:lvl1pPr marL="0" marR="0" algn="ctr" defTabSz="584200">
              <a:defRPr sz="11000">
                <a:solidFill>
                  <a:srgbClr val="FFFFFF"/>
                </a:solidFill>
                <a:uFillTx/>
              </a:defRPr>
            </a:lvl1pPr>
          </a:lstStyle>
          <a:p>
            <a:pPr/>
            <a:r>
              <a:t>Titolo Testo</a:t>
            </a:r>
          </a:p>
        </p:txBody>
      </p:sp>
      <p:sp>
        <p:nvSpPr>
          <p:cNvPr id="1110" name="Numero diapositiva"/>
          <p:cNvSpPr txBox="1"/>
          <p:nvPr>
            <p:ph type="sldNum" sz="quarter" idx="2"/>
          </p:nvPr>
        </p:nvSpPr>
        <p:spPr>
          <a:xfrm>
            <a:off x="11996801" y="10509250"/>
            <a:ext cx="379816" cy="389467"/>
          </a:xfrm>
          <a:prstGeom prst="rect">
            <a:avLst/>
          </a:prstGeom>
        </p:spPr>
        <p:txBody>
          <a:bodyPr lIns="42333" tIns="42333" rIns="42333" bIns="42333"/>
          <a:lstStyle>
            <a:lvl1pPr defTabSz="584200">
              <a:defRPr sz="2000">
                <a:solidFill>
                  <a:srgbClr val="FFFFFF"/>
                </a:solidFill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olo ed elenc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Titolo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</p:spPr>
        <p:txBody>
          <a:bodyPr lIns="50800" tIns="50800" rIns="50800" bIns="50800" anchor="t">
            <a:normAutofit fontScale="100000" lnSpcReduction="0"/>
          </a:bodyPr>
          <a:lstStyle>
            <a:lvl1pPr marL="0" marR="0" defTabSz="2438338">
              <a:lnSpc>
                <a:spcPct val="80000"/>
              </a:lnSpc>
              <a:defRPr b="1" spc="-170" sz="8500">
                <a:solidFill>
                  <a:srgbClr val="FFFFFF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Titolo</a:t>
            </a:r>
          </a:p>
        </p:txBody>
      </p:sp>
      <p:sp>
        <p:nvSpPr>
          <p:cNvPr id="1118" name="Sottotitolo diapositiva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 marL="0" marR="0" indent="0" defTabSz="825500">
              <a:spcBef>
                <a:spcPts val="0"/>
              </a:spcBef>
              <a:defRPr b="1" sz="55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Sottotitolo diapositiva</a:t>
            </a:r>
          </a:p>
        </p:txBody>
      </p:sp>
      <p:sp>
        <p:nvSpPr>
          <p:cNvPr id="1119" name="Corpo livello uno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 lIns="50800" tIns="50800" rIns="50800" bIns="50800">
            <a:normAutofit fontScale="100000" lnSpcReduction="0"/>
          </a:bodyPr>
          <a:lstStyle>
            <a:lvl1pPr marL="609600" marR="0" indent="-609600" defTabSz="2438338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19200" marR="0" indent="-609600" defTabSz="2438338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828800" marR="0" indent="-609600" defTabSz="2438338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438400" marR="0" indent="-609600" defTabSz="2438338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048000" marR="0" indent="-609600" defTabSz="2438338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Testo elenco puntato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20" name="Numero diapositiva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584200">
              <a:defRPr sz="1800">
                <a:solidFill>
                  <a:srgbClr val="FFFFFF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56.xml"/><Relationship Id="rId58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59.xml"/><Relationship Id="rId61" Type="http://schemas.openxmlformats.org/officeDocument/2006/relationships/slideLayout" Target="../slideLayouts/slideLayout60.xml"/><Relationship Id="rId62" Type="http://schemas.openxmlformats.org/officeDocument/2006/relationships/slideLayout" Target="../slideLayouts/slideLayout61.xml"/><Relationship Id="rId63" Type="http://schemas.openxmlformats.org/officeDocument/2006/relationships/slideLayout" Target="../slideLayouts/slideLayout62.xml"/><Relationship Id="rId64" Type="http://schemas.openxmlformats.org/officeDocument/2006/relationships/slideLayout" Target="../slideLayouts/slideLayout63.xml"/><Relationship Id="rId65" Type="http://schemas.openxmlformats.org/officeDocument/2006/relationships/slideLayout" Target="../slideLayouts/slideLayout64.xml"/><Relationship Id="rId66" Type="http://schemas.openxmlformats.org/officeDocument/2006/relationships/slideLayout" Target="../slideLayouts/slideLayout65.xml"/><Relationship Id="rId67" Type="http://schemas.openxmlformats.org/officeDocument/2006/relationships/slideLayout" Target="../slideLayouts/slideLayout66.xml"/><Relationship Id="rId68" Type="http://schemas.openxmlformats.org/officeDocument/2006/relationships/slideLayout" Target="../slideLayouts/slideLayout67.xml"/><Relationship Id="rId69" Type="http://schemas.openxmlformats.org/officeDocument/2006/relationships/slideLayout" Target="../slideLayouts/slideLayout68.xml"/><Relationship Id="rId70" Type="http://schemas.openxmlformats.org/officeDocument/2006/relationships/slideLayout" Target="../slideLayouts/slideLayout69.xml"/><Relationship Id="rId71" Type="http://schemas.openxmlformats.org/officeDocument/2006/relationships/slideLayout" Target="../slideLayouts/slideLayout70.xml"/><Relationship Id="rId72" Type="http://schemas.openxmlformats.org/officeDocument/2006/relationships/slideLayout" Target="../slideLayouts/slideLayout71.xml"/><Relationship Id="rId73" Type="http://schemas.openxmlformats.org/officeDocument/2006/relationships/slideLayout" Target="../slideLayouts/slideLayout72.xml"/><Relationship Id="rId74" Type="http://schemas.openxmlformats.org/officeDocument/2006/relationships/slideLayout" Target="../slideLayouts/slideLayout73.xml"/><Relationship Id="rId75" Type="http://schemas.openxmlformats.org/officeDocument/2006/relationships/slideLayout" Target="../slideLayouts/slideLayout74.xml"/><Relationship Id="rId76" Type="http://schemas.openxmlformats.org/officeDocument/2006/relationships/slideLayout" Target="../slideLayouts/slideLayout75.xml"/><Relationship Id="rId77" Type="http://schemas.openxmlformats.org/officeDocument/2006/relationships/slideLayout" Target="../slideLayouts/slideLayout76.xml"/><Relationship Id="rId78" Type="http://schemas.openxmlformats.org/officeDocument/2006/relationships/slideLayout" Target="../slideLayouts/slideLayout77.xml"/><Relationship Id="rId79" Type="http://schemas.openxmlformats.org/officeDocument/2006/relationships/slideLayout" Target="../slideLayouts/slideLayout78.xml"/><Relationship Id="rId80" Type="http://schemas.openxmlformats.org/officeDocument/2006/relationships/slideLayout" Target="../slideLayouts/slideLayout79.xml"/><Relationship Id="rId81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1.xml"/><Relationship Id="rId83" Type="http://schemas.openxmlformats.org/officeDocument/2006/relationships/slideLayout" Target="../slideLayouts/slideLayout82.xml"/><Relationship Id="rId84" Type="http://schemas.openxmlformats.org/officeDocument/2006/relationships/slideLayout" Target="../slideLayouts/slideLayout83.xml"/><Relationship Id="rId85" Type="http://schemas.openxmlformats.org/officeDocument/2006/relationships/slideLayout" Target="../slideLayouts/slideLayout84.xml"/><Relationship Id="rId86" Type="http://schemas.openxmlformats.org/officeDocument/2006/relationships/slideLayout" Target="../slideLayouts/slideLayout85.xml"/><Relationship Id="rId87" Type="http://schemas.openxmlformats.org/officeDocument/2006/relationships/slideLayout" Target="../slideLayouts/slideLayout86.xml"/><Relationship Id="rId88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8.xml"/><Relationship Id="rId90" Type="http://schemas.openxmlformats.org/officeDocument/2006/relationships/slideLayout" Target="../slideLayouts/slideLayout89.xml"/><Relationship Id="rId91" Type="http://schemas.openxmlformats.org/officeDocument/2006/relationships/slideLayout" Target="../slideLayouts/slideLayout90.xml"/><Relationship Id="rId92" Type="http://schemas.openxmlformats.org/officeDocument/2006/relationships/slideLayout" Target="../slideLayouts/slideLayout91.xml"/><Relationship Id="rId93" Type="http://schemas.openxmlformats.org/officeDocument/2006/relationships/slideLayout" Target="../slideLayouts/slideLayout92.xml"/><Relationship Id="rId94" Type="http://schemas.openxmlformats.org/officeDocument/2006/relationships/slideLayout" Target="../slideLayouts/slideLayout93.xml"/><Relationship Id="rId95" Type="http://schemas.openxmlformats.org/officeDocument/2006/relationships/slideLayout" Target="../slideLayouts/slideLayout94.xml"/><Relationship Id="rId96" Type="http://schemas.openxmlformats.org/officeDocument/2006/relationships/slideLayout" Target="../slideLayouts/slideLayout95.xml"/><Relationship Id="rId97" Type="http://schemas.openxmlformats.org/officeDocument/2006/relationships/slideLayout" Target="../slideLayouts/slideLayout96.xml"/><Relationship Id="rId98" Type="http://schemas.openxmlformats.org/officeDocument/2006/relationships/slideLayout" Target="../slideLayouts/slideLayout97.xml"/><Relationship Id="rId99" Type="http://schemas.openxmlformats.org/officeDocument/2006/relationships/slideLayout" Target="../slideLayouts/slideLayout98.xml"/><Relationship Id="rId100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0.xml"/><Relationship Id="rId102" Type="http://schemas.openxmlformats.org/officeDocument/2006/relationships/slideLayout" Target="../slideLayouts/slideLayout101.xml"/><Relationship Id="rId103" Type="http://schemas.openxmlformats.org/officeDocument/2006/relationships/slideLayout" Target="../slideLayouts/slideLayout102.xml"/><Relationship Id="rId104" Type="http://schemas.openxmlformats.org/officeDocument/2006/relationships/slideLayout" Target="../slideLayouts/slideLayout103.xml"/><Relationship Id="rId105" Type="http://schemas.openxmlformats.org/officeDocument/2006/relationships/slideLayout" Target="../slideLayouts/slideLayout104.xml"/><Relationship Id="rId106" Type="http://schemas.openxmlformats.org/officeDocument/2006/relationships/slideLayout" Target="../slideLayouts/slideLayout105.xml"/><Relationship Id="rId107" Type="http://schemas.openxmlformats.org/officeDocument/2006/relationships/slideLayout" Target="../slideLayouts/slideLayout106.xml"/><Relationship Id="rId108" Type="http://schemas.openxmlformats.org/officeDocument/2006/relationships/slideLayout" Target="../slideLayouts/slideLayout107.xml"/><Relationship Id="rId109" Type="http://schemas.openxmlformats.org/officeDocument/2006/relationships/slideLayout" Target="../slideLayouts/slideLayout108.xml"/><Relationship Id="rId110" Type="http://schemas.openxmlformats.org/officeDocument/2006/relationships/slideLayout" Target="../slideLayouts/slideLayout109.xml"/><Relationship Id="rId111" Type="http://schemas.openxmlformats.org/officeDocument/2006/relationships/slideLayout" Target="../slideLayouts/slideLayout110.xml"/><Relationship Id="rId112" Type="http://schemas.openxmlformats.org/officeDocument/2006/relationships/slideLayout" Target="../slideLayouts/slideLayout111.xml"/><Relationship Id="rId113" Type="http://schemas.openxmlformats.org/officeDocument/2006/relationships/slideLayout" Target="../slideLayouts/slideLayout112.xml"/><Relationship Id="rId114" Type="http://schemas.openxmlformats.org/officeDocument/2006/relationships/slideLayout" Target="../slideLayouts/slideLayout113.xml"/><Relationship Id="rId115" Type="http://schemas.openxmlformats.org/officeDocument/2006/relationships/slideLayout" Target="../slideLayouts/slideLayout114.xml"/><Relationship Id="rId116" Type="http://schemas.openxmlformats.org/officeDocument/2006/relationships/slideLayout" Target="../slideLayouts/slideLayout115.xml"/><Relationship Id="rId117" Type="http://schemas.openxmlformats.org/officeDocument/2006/relationships/slideLayout" Target="../slideLayouts/slideLayout116.xml"/><Relationship Id="rId118" Type="http://schemas.openxmlformats.org/officeDocument/2006/relationships/slideLayout" Target="../slideLayouts/slideLayout117.xml"/><Relationship Id="rId119" Type="http://schemas.openxmlformats.org/officeDocument/2006/relationships/slideLayout" Target="../slideLayouts/slideLayout118.xml"/><Relationship Id="rId120" Type="http://schemas.openxmlformats.org/officeDocument/2006/relationships/slideLayout" Target="../slideLayouts/slideLayout119.xml"/><Relationship Id="rId121" Type="http://schemas.openxmlformats.org/officeDocument/2006/relationships/slideLayout" Target="../slideLayouts/slideLayout120.xml"/><Relationship Id="rId122" Type="http://schemas.openxmlformats.org/officeDocument/2006/relationships/slideLayout" Target="../slideLayouts/slideLayout121.xml"/><Relationship Id="rId123" Type="http://schemas.openxmlformats.org/officeDocument/2006/relationships/slideLayout" Target="../slideLayouts/slideLayout122.xml"/><Relationship Id="rId124" Type="http://schemas.openxmlformats.org/officeDocument/2006/relationships/slideLayout" Target="../slideLayouts/slideLayout123.xml"/><Relationship Id="rId125" Type="http://schemas.openxmlformats.org/officeDocument/2006/relationships/slideLayout" Target="../slideLayouts/slideLayout124.xml"/><Relationship Id="rId126" Type="http://schemas.openxmlformats.org/officeDocument/2006/relationships/slideLayout" Target="../slideLayouts/slideLayout125.xml"/><Relationship Id="rId127" Type="http://schemas.openxmlformats.org/officeDocument/2006/relationships/slideLayout" Target="../slideLayouts/slideLayout12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Testo"/>
          <p:cNvSpPr txBox="1"/>
          <p:nvPr>
            <p:ph type="title"/>
          </p:nvPr>
        </p:nvSpPr>
        <p:spPr>
          <a:xfrm>
            <a:off x="1174044" y="1881"/>
            <a:ext cx="22626699" cy="4767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207" tIns="60207" rIns="60207" bIns="60207" anchor="ctr"/>
          <a:lstStyle/>
          <a:p>
            <a:pPr/>
            <a:r>
              <a:t>Titolo Testo</a:t>
            </a:r>
          </a:p>
        </p:txBody>
      </p:sp>
      <p:sp>
        <p:nvSpPr>
          <p:cNvPr id="3" name="Corpo livello uno…"/>
          <p:cNvSpPr txBox="1"/>
          <p:nvPr>
            <p:ph type="body" idx="1"/>
          </p:nvPr>
        </p:nvSpPr>
        <p:spPr>
          <a:xfrm>
            <a:off x="1851377" y="3979064"/>
            <a:ext cx="21945601" cy="973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207" tIns="60207" rIns="60207" bIns="60207"/>
          <a:lstStyle>
            <a:lvl2pPr marL="1321944" indent="-482069"/>
            <a:lvl3pPr marL="1996843" indent="-385655"/>
            <a:lvl4pPr marL="2768157" indent="-385657"/>
            <a:lvl5pPr marL="3539470" indent="-385656"/>
          </a:lstStyle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" name="Numero diapositiva"/>
          <p:cNvSpPr txBox="1"/>
          <p:nvPr>
            <p:ph type="sldNum" sz="quarter" idx="2"/>
          </p:nvPr>
        </p:nvSpPr>
        <p:spPr>
          <a:xfrm>
            <a:off x="20098096" y="12488905"/>
            <a:ext cx="443808" cy="450616"/>
          </a:xfrm>
          <a:prstGeom prst="rect">
            <a:avLst/>
          </a:prstGeom>
          <a:ln w="12700">
            <a:miter lim="400000"/>
          </a:ln>
        </p:spPr>
        <p:txBody>
          <a:bodyPr wrap="none" lIns="60207" tIns="60207" rIns="60207" bIns="60207">
            <a:spAutoFit/>
          </a:bodyPr>
          <a:lstStyle>
            <a:lvl1pPr defTabSz="774700">
              <a:defRPr sz="220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  <p:sldLayoutId id="2147483760" r:id="rId113"/>
    <p:sldLayoutId id="2147483761" r:id="rId114"/>
    <p:sldLayoutId id="2147483762" r:id="rId115"/>
    <p:sldLayoutId id="2147483763" r:id="rId116"/>
    <p:sldLayoutId id="2147483764" r:id="rId117"/>
    <p:sldLayoutId id="2147483765" r:id="rId118"/>
    <p:sldLayoutId id="2147483766" r:id="rId119"/>
    <p:sldLayoutId id="2147483767" r:id="rId120"/>
    <p:sldLayoutId id="2147483768" r:id="rId121"/>
    <p:sldLayoutId id="2147483769" r:id="rId122"/>
    <p:sldLayoutId id="2147483770" r:id="rId123"/>
    <p:sldLayoutId id="2147483771" r:id="rId124"/>
    <p:sldLayoutId id="2147483772" r:id="rId125"/>
    <p:sldLayoutId id="2147483773" r:id="rId126"/>
    <p:sldLayoutId id="2147483774" r:id="rId127"/>
  </p:sldLayoutIdLst>
  <p:transition xmlns:p14="http://schemas.microsoft.com/office/powerpoint/2010/main" spd="med" advClick="1"/>
  <p:txStyles>
    <p:titleStyle>
      <a:lvl1pPr marL="68561" marR="68561" indent="0" algn="l" defTabSz="1536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375563"/>
          </a:solidFill>
          <a:uFill>
            <a:solidFill>
              <a:srgbClr val="375563"/>
            </a:solidFill>
          </a:uFill>
          <a:latin typeface="+mn-lt"/>
          <a:ea typeface="+mn-ea"/>
          <a:cs typeface="+mn-cs"/>
          <a:sym typeface="Helvetica Light"/>
        </a:defRPr>
      </a:lvl1pPr>
      <a:lvl2pPr marL="68561" marR="68561" indent="228600" algn="l" defTabSz="1536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375563"/>
          </a:solidFill>
          <a:uFill>
            <a:solidFill>
              <a:srgbClr val="375563"/>
            </a:solidFill>
          </a:uFill>
          <a:latin typeface="+mn-lt"/>
          <a:ea typeface="+mn-ea"/>
          <a:cs typeface="+mn-cs"/>
          <a:sym typeface="Helvetica Light"/>
        </a:defRPr>
      </a:lvl2pPr>
      <a:lvl3pPr marL="68561" marR="68561" indent="457200" algn="l" defTabSz="1536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375563"/>
          </a:solidFill>
          <a:uFill>
            <a:solidFill>
              <a:srgbClr val="375563"/>
            </a:solidFill>
          </a:uFill>
          <a:latin typeface="+mn-lt"/>
          <a:ea typeface="+mn-ea"/>
          <a:cs typeface="+mn-cs"/>
          <a:sym typeface="Helvetica Light"/>
        </a:defRPr>
      </a:lvl3pPr>
      <a:lvl4pPr marL="68561" marR="68561" indent="685800" algn="l" defTabSz="1536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375563"/>
          </a:solidFill>
          <a:uFill>
            <a:solidFill>
              <a:srgbClr val="375563"/>
            </a:solidFill>
          </a:uFill>
          <a:latin typeface="+mn-lt"/>
          <a:ea typeface="+mn-ea"/>
          <a:cs typeface="+mn-cs"/>
          <a:sym typeface="Helvetica Light"/>
        </a:defRPr>
      </a:lvl4pPr>
      <a:lvl5pPr marL="68561" marR="68561" indent="914400" algn="l" defTabSz="1536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375563"/>
          </a:solidFill>
          <a:uFill>
            <a:solidFill>
              <a:srgbClr val="375563"/>
            </a:solidFill>
          </a:uFill>
          <a:latin typeface="+mn-lt"/>
          <a:ea typeface="+mn-ea"/>
          <a:cs typeface="+mn-cs"/>
          <a:sym typeface="Helvetica Light"/>
        </a:defRPr>
      </a:lvl5pPr>
      <a:lvl6pPr marL="68561" marR="68561" indent="1143000" algn="l" defTabSz="1536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375563"/>
          </a:solidFill>
          <a:uFill>
            <a:solidFill>
              <a:srgbClr val="375563"/>
            </a:solidFill>
          </a:uFill>
          <a:latin typeface="+mn-lt"/>
          <a:ea typeface="+mn-ea"/>
          <a:cs typeface="+mn-cs"/>
          <a:sym typeface="Helvetica Light"/>
        </a:defRPr>
      </a:lvl6pPr>
      <a:lvl7pPr marL="68561" marR="68561" indent="1371600" algn="l" defTabSz="1536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375563"/>
          </a:solidFill>
          <a:uFill>
            <a:solidFill>
              <a:srgbClr val="375563"/>
            </a:solidFill>
          </a:uFill>
          <a:latin typeface="+mn-lt"/>
          <a:ea typeface="+mn-ea"/>
          <a:cs typeface="+mn-cs"/>
          <a:sym typeface="Helvetica Light"/>
        </a:defRPr>
      </a:lvl7pPr>
      <a:lvl8pPr marL="68561" marR="68561" indent="1600199" algn="l" defTabSz="1536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375563"/>
          </a:solidFill>
          <a:uFill>
            <a:solidFill>
              <a:srgbClr val="375563"/>
            </a:solidFill>
          </a:uFill>
          <a:latin typeface="+mn-lt"/>
          <a:ea typeface="+mn-ea"/>
          <a:cs typeface="+mn-cs"/>
          <a:sym typeface="Helvetica Light"/>
        </a:defRPr>
      </a:lvl8pPr>
      <a:lvl9pPr marL="68561" marR="68561" indent="1828800" algn="l" defTabSz="1536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375563"/>
          </a:solidFill>
          <a:uFill>
            <a:solidFill>
              <a:srgbClr val="375563"/>
            </a:solidFill>
          </a:uFill>
          <a:latin typeface="+mn-lt"/>
          <a:ea typeface="+mn-ea"/>
          <a:cs typeface="+mn-cs"/>
          <a:sym typeface="Helvetica Light"/>
        </a:defRPr>
      </a:lvl9pPr>
    </p:titleStyle>
    <p:bodyStyle>
      <a:lvl1pPr marL="647045" marR="68561" indent="-578484" algn="l" defTabSz="153670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Helvetica Light"/>
        </a:defRPr>
      </a:lvl1pPr>
      <a:lvl2pPr marL="647045" marR="68561" indent="-578484" algn="l" defTabSz="153670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Helvetica Light"/>
        </a:defRPr>
      </a:lvl2pPr>
      <a:lvl3pPr marL="647045" marR="68561" indent="-578484" algn="l" defTabSz="153670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Helvetica Light"/>
        </a:defRPr>
      </a:lvl3pPr>
      <a:lvl4pPr marL="647045" marR="68561" indent="-578484" algn="l" defTabSz="153670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Helvetica Light"/>
        </a:defRPr>
      </a:lvl4pPr>
      <a:lvl5pPr marL="647045" marR="68561" indent="-578484" algn="l" defTabSz="153670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Helvetica Light"/>
        </a:defRPr>
      </a:lvl5pPr>
      <a:lvl6pPr marL="647045" marR="68561" indent="-578484" algn="l" defTabSz="153670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Helvetica Light"/>
        </a:defRPr>
      </a:lvl6pPr>
      <a:lvl7pPr marL="647045" marR="68561" indent="-578484" algn="l" defTabSz="153670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Helvetica Light"/>
        </a:defRPr>
      </a:lvl7pPr>
      <a:lvl8pPr marL="647045" marR="68561" indent="-578484" algn="l" defTabSz="153670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Helvetica Light"/>
        </a:defRPr>
      </a:lvl8pPr>
      <a:lvl9pPr marL="647045" marR="68561" indent="-578484" algn="l" defTabSz="153670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rgbClr val="FFFFFF"/>
          </a:solidFill>
          <a:uFill>
            <a:solidFill>
              <a:srgbClr val="FFFFFF"/>
            </a:solidFill>
          </a:uFill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774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>
            <a:solidFill>
              <a:srgbClr val="424242"/>
            </a:solidFill>
          </a:uFill>
          <a:latin typeface="+mn-lt"/>
          <a:ea typeface="+mn-ea"/>
          <a:cs typeface="+mn-cs"/>
          <a:sym typeface="Helvetica Light"/>
        </a:defRPr>
      </a:lvl1pPr>
      <a:lvl2pPr marL="0" marR="0" indent="228600" algn="ctr" defTabSz="774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>
            <a:solidFill>
              <a:srgbClr val="424242"/>
            </a:solidFill>
          </a:uFill>
          <a:latin typeface="+mn-lt"/>
          <a:ea typeface="+mn-ea"/>
          <a:cs typeface="+mn-cs"/>
          <a:sym typeface="Helvetica Light"/>
        </a:defRPr>
      </a:lvl2pPr>
      <a:lvl3pPr marL="0" marR="0" indent="457200" algn="ctr" defTabSz="774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>
            <a:solidFill>
              <a:srgbClr val="424242"/>
            </a:solidFill>
          </a:uFill>
          <a:latin typeface="+mn-lt"/>
          <a:ea typeface="+mn-ea"/>
          <a:cs typeface="+mn-cs"/>
          <a:sym typeface="Helvetica Light"/>
        </a:defRPr>
      </a:lvl3pPr>
      <a:lvl4pPr marL="0" marR="0" indent="685800" algn="ctr" defTabSz="774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>
            <a:solidFill>
              <a:srgbClr val="424242"/>
            </a:solidFill>
          </a:uFill>
          <a:latin typeface="+mn-lt"/>
          <a:ea typeface="+mn-ea"/>
          <a:cs typeface="+mn-cs"/>
          <a:sym typeface="Helvetica Light"/>
        </a:defRPr>
      </a:lvl4pPr>
      <a:lvl5pPr marL="0" marR="0" indent="914400" algn="ctr" defTabSz="774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>
            <a:solidFill>
              <a:srgbClr val="424242"/>
            </a:solidFill>
          </a:uFill>
          <a:latin typeface="+mn-lt"/>
          <a:ea typeface="+mn-ea"/>
          <a:cs typeface="+mn-cs"/>
          <a:sym typeface="Helvetica Light"/>
        </a:defRPr>
      </a:lvl5pPr>
      <a:lvl6pPr marL="0" marR="0" indent="1143000" algn="ctr" defTabSz="774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>
            <a:solidFill>
              <a:srgbClr val="424242"/>
            </a:solidFill>
          </a:uFill>
          <a:latin typeface="+mn-lt"/>
          <a:ea typeface="+mn-ea"/>
          <a:cs typeface="+mn-cs"/>
          <a:sym typeface="Helvetica Light"/>
        </a:defRPr>
      </a:lvl6pPr>
      <a:lvl7pPr marL="0" marR="0" indent="1371600" algn="ctr" defTabSz="774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>
            <a:solidFill>
              <a:srgbClr val="424242"/>
            </a:solidFill>
          </a:uFill>
          <a:latin typeface="+mn-lt"/>
          <a:ea typeface="+mn-ea"/>
          <a:cs typeface="+mn-cs"/>
          <a:sym typeface="Helvetica Light"/>
        </a:defRPr>
      </a:lvl7pPr>
      <a:lvl8pPr marL="0" marR="0" indent="1600200" algn="ctr" defTabSz="774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>
            <a:solidFill>
              <a:srgbClr val="424242"/>
            </a:solidFill>
          </a:uFill>
          <a:latin typeface="+mn-lt"/>
          <a:ea typeface="+mn-ea"/>
          <a:cs typeface="+mn-cs"/>
          <a:sym typeface="Helvetica Light"/>
        </a:defRPr>
      </a:lvl8pPr>
      <a:lvl9pPr marL="0" marR="0" indent="1828800" algn="ctr" defTabSz="774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>
            <a:solidFill>
              <a:srgbClr val="424242"/>
            </a:solidFill>
          </a:u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Small quadrangular bone…"/>
          <p:cNvSpPr txBox="1"/>
          <p:nvPr/>
        </p:nvSpPr>
        <p:spPr>
          <a:xfrm>
            <a:off x="11235266" y="3784600"/>
            <a:ext cx="12005735" cy="7713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1919" tIns="121919" rIns="121919" bIns="121919">
            <a:spAutoFit/>
          </a:bodyPr>
          <a:lstStyle/>
          <a:p>
            <a:pPr marL="635000" indent="-635000" algn="l" defTabSz="457200">
              <a:lnSpc>
                <a:spcPct val="120000"/>
              </a:lnSpc>
              <a:buClr>
                <a:srgbClr val="FFFFFF"/>
              </a:buClr>
              <a:buSzPct val="100000"/>
              <a:buChar char="•"/>
              <a:defRPr sz="3600">
                <a:latin typeface="Neogrey"/>
                <a:ea typeface="Neogrey"/>
                <a:cs typeface="Neogrey"/>
                <a:sym typeface="Neogrey"/>
              </a:defRPr>
            </a:pPr>
            <a:r>
              <a:t>Small quadrangular bone</a:t>
            </a:r>
          </a:p>
          <a:p>
            <a:pPr marL="635000" indent="-635000" algn="l" defTabSz="457200">
              <a:lnSpc>
                <a:spcPct val="120000"/>
              </a:lnSpc>
              <a:buClr>
                <a:srgbClr val="FFFFFF"/>
              </a:buClr>
              <a:buSzPct val="100000"/>
              <a:buChar char="•"/>
              <a:defRPr sz="3600">
                <a:latin typeface="Neogrey"/>
                <a:ea typeface="Neogrey"/>
                <a:cs typeface="Neogrey"/>
                <a:sym typeface="Neogrey"/>
              </a:defRPr>
            </a:pPr>
          </a:p>
          <a:p>
            <a:pPr marL="635000" indent="-635000" algn="l" defTabSz="457200">
              <a:lnSpc>
                <a:spcPct val="120000"/>
              </a:lnSpc>
              <a:buClr>
                <a:srgbClr val="FFFFFF"/>
              </a:buClr>
              <a:buSzPct val="100000"/>
              <a:buChar char="•"/>
              <a:defRPr sz="3600">
                <a:latin typeface="Neogrey"/>
                <a:ea typeface="Neogrey"/>
                <a:cs typeface="Neogrey"/>
                <a:sym typeface="Neogrey"/>
              </a:defRPr>
            </a:pPr>
            <a:r>
              <a:t>Situated at the upper lateral part of the face</a:t>
            </a:r>
          </a:p>
          <a:p>
            <a:pPr marL="635000" indent="-635000" algn="l" defTabSz="457200">
              <a:lnSpc>
                <a:spcPct val="120000"/>
              </a:lnSpc>
              <a:buClr>
                <a:srgbClr val="FFFFFF"/>
              </a:buClr>
              <a:buSzPct val="100000"/>
              <a:buChar char="•"/>
              <a:defRPr sz="3600">
                <a:latin typeface="Neogrey"/>
                <a:ea typeface="Neogrey"/>
                <a:cs typeface="Neogrey"/>
                <a:sym typeface="Neogrey"/>
              </a:defRPr>
            </a:pPr>
          </a:p>
          <a:p>
            <a:pPr marL="635000" indent="-635000" algn="l" defTabSz="457200">
              <a:lnSpc>
                <a:spcPct val="120000"/>
              </a:lnSpc>
              <a:buClr>
                <a:srgbClr val="FFFFFF"/>
              </a:buClr>
              <a:buSzPct val="100000"/>
              <a:buChar char="•"/>
              <a:defRPr sz="3600">
                <a:latin typeface="Neogrey"/>
                <a:ea typeface="Neogrey"/>
                <a:cs typeface="Neogrey"/>
                <a:sym typeface="Neogrey"/>
              </a:defRPr>
            </a:pPr>
            <a:r>
              <a:t> Lateral wall and floor of the orbit</a:t>
            </a:r>
          </a:p>
          <a:p>
            <a:pPr marL="635000" indent="-635000" algn="l" defTabSz="457200">
              <a:lnSpc>
                <a:spcPct val="120000"/>
              </a:lnSpc>
              <a:buClr>
                <a:srgbClr val="FFFFFF"/>
              </a:buClr>
              <a:buSzPct val="100000"/>
              <a:buChar char="•"/>
              <a:defRPr sz="3600">
                <a:latin typeface="Neogrey"/>
                <a:ea typeface="Neogrey"/>
                <a:cs typeface="Neogrey"/>
                <a:sym typeface="Neogrey"/>
              </a:defRPr>
            </a:pPr>
          </a:p>
          <a:p>
            <a:pPr marL="635000" indent="-635000" algn="l" defTabSz="457200">
              <a:lnSpc>
                <a:spcPct val="120000"/>
              </a:lnSpc>
              <a:buClr>
                <a:srgbClr val="FFFFFF"/>
              </a:buClr>
              <a:buSzPct val="100000"/>
              <a:buChar char="•"/>
              <a:defRPr sz="3600">
                <a:latin typeface="Neogrey"/>
                <a:ea typeface="Neogrey"/>
                <a:cs typeface="Neogrey"/>
                <a:sym typeface="Neogrey"/>
              </a:defRPr>
            </a:pPr>
            <a:r>
              <a:t> Prominence of the cheek</a:t>
            </a:r>
          </a:p>
          <a:p>
            <a:pPr marL="635000" indent="-635000" algn="l" defTabSz="457200">
              <a:lnSpc>
                <a:spcPct val="120000"/>
              </a:lnSpc>
              <a:buClr>
                <a:srgbClr val="FFFFFF"/>
              </a:buClr>
              <a:buSzPct val="100000"/>
              <a:buChar char="•"/>
              <a:defRPr sz="3600">
                <a:latin typeface="Neogrey"/>
                <a:ea typeface="Neogrey"/>
                <a:cs typeface="Neogrey"/>
                <a:sym typeface="Neogrey"/>
              </a:defRPr>
            </a:pPr>
          </a:p>
          <a:p>
            <a:pPr marL="635000" indent="-635000" algn="l" defTabSz="457200">
              <a:lnSpc>
                <a:spcPct val="120000"/>
              </a:lnSpc>
              <a:buClr>
                <a:srgbClr val="FFFFFF"/>
              </a:buClr>
              <a:buSzPct val="100000"/>
              <a:buChar char="•"/>
              <a:defRPr sz="3600">
                <a:latin typeface="Neogrey"/>
                <a:ea typeface="Neogrey"/>
                <a:cs typeface="Neogrey"/>
                <a:sym typeface="Neogrey"/>
              </a:defRPr>
            </a:pPr>
            <a:r>
              <a:t> Articulation with the frontal, sphenoidal, temporal and maxilla bones</a:t>
            </a:r>
          </a:p>
        </p:txBody>
      </p:sp>
      <p:pic>
        <p:nvPicPr>
          <p:cNvPr id="1130" name="zigomático.JPG" descr="zigomático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09225" y="4160511"/>
            <a:ext cx="8255001" cy="15345835"/>
          </a:xfrm>
          <a:prstGeom prst="rect">
            <a:avLst/>
          </a:prstGeom>
          <a:ln w="12700">
            <a:miter lim="400000"/>
          </a:ln>
        </p:spPr>
      </p:pic>
      <p:sp>
        <p:nvSpPr>
          <p:cNvPr id="1131" name="ANATOMICAL CONSIDERATIONS"/>
          <p:cNvSpPr txBox="1"/>
          <p:nvPr/>
        </p:nvSpPr>
        <p:spPr>
          <a:xfrm>
            <a:off x="-187513" y="786039"/>
            <a:ext cx="24759026" cy="1355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60" tIns="60960" rIns="60960" bIns="60960" anchor="ctr">
            <a:spAutoFit/>
          </a:bodyPr>
          <a:lstStyle>
            <a:lvl1pPr defTabSz="457200">
              <a:lnSpc>
                <a:spcPct val="150000"/>
              </a:lnSpc>
              <a:defRPr cap="all" spc="3100" sz="10000">
                <a:solidFill>
                  <a:schemeClr val="accent1">
                    <a:hueOff val="-136794"/>
                    <a:satOff val="-2150"/>
                    <a:lumOff val="15693"/>
                  </a:schemeClr>
                </a:solidFill>
                <a:latin typeface="Alien League Gradient Bold"/>
                <a:ea typeface="Alien League Gradient Bold"/>
                <a:cs typeface="Alien League Gradient Bold"/>
                <a:sym typeface="Alien League Gradient Bold"/>
              </a:defRPr>
            </a:lvl1pPr>
          </a:lstStyle>
          <a:p>
            <a:pPr/>
            <a:r>
              <a:t>ANATOMICAL CONSIDERATIONS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2.png"/></Relationships>

</file>

<file path=ppt/theme/theme1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